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66" r:id="rId8"/>
    <p:sldId id="259" r:id="rId9"/>
    <p:sldId id="260" r:id="rId10"/>
    <p:sldId id="267" r:id="rId11"/>
    <p:sldId id="268" r:id="rId12"/>
    <p:sldId id="261" r:id="rId13"/>
    <p:sldId id="262" r:id="rId14"/>
    <p:sldId id="269" r:id="rId15"/>
    <p:sldId id="270" r:id="rId16"/>
    <p:sldId id="263" r:id="rId17"/>
    <p:sldId id="264" r:id="rId18"/>
    <p:sldId id="265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D8A1B9-78CD-4D6A-9115-7859C80A8058}" v="1" dt="2026-10-22T12:25:30.975"/>
    <p1510:client id="{B799400C-976C-4FD1-901F-7EFF882DEAE4}" v="395" dt="2026-10-22T13:43:31.6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key, Helen C" userId="80814b1d-42a1-48c1-84aa-efb7524552c1" providerId="ADAL" clId="{37198984-9AA1-40DD-9F5C-EEAF621817BD}"/>
    <pc:docChg chg="undo custSel modSld">
      <pc:chgData name="Walkey, Helen C" userId="80814b1d-42a1-48c1-84aa-efb7524552c1" providerId="ADAL" clId="{37198984-9AA1-40DD-9F5C-EEAF621817BD}" dt="2026-10-22T13:43:31.624" v="404" actId="20577"/>
      <pc:docMkLst>
        <pc:docMk/>
      </pc:docMkLst>
      <pc:sldChg chg="modSp mod">
        <pc:chgData name="Walkey, Helen C" userId="80814b1d-42a1-48c1-84aa-efb7524552c1" providerId="ADAL" clId="{37198984-9AA1-40DD-9F5C-EEAF621817BD}" dt="2026-10-22T13:33:25.319" v="314" actId="20577"/>
        <pc:sldMkLst>
          <pc:docMk/>
          <pc:sldMk cId="0" sldId="256"/>
        </pc:sldMkLst>
        <pc:spChg chg="mod">
          <ac:chgData name="Walkey, Helen C" userId="80814b1d-42a1-48c1-84aa-efb7524552c1" providerId="ADAL" clId="{37198984-9AA1-40DD-9F5C-EEAF621817BD}" dt="2026-10-22T13:06:18.070" v="138" actId="20577"/>
          <ac:spMkLst>
            <pc:docMk/>
            <pc:sldMk cId="0" sldId="256"/>
            <ac:spMk id="26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05:53.057" v="128" actId="20577"/>
          <ac:spMkLst>
            <pc:docMk/>
            <pc:sldMk cId="0" sldId="256"/>
            <ac:spMk id="31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33:25.319" v="314" actId="20577"/>
          <ac:spMkLst>
            <pc:docMk/>
            <pc:sldMk cId="0" sldId="256"/>
            <ac:spMk id="35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21:30.631" v="310" actId="20577"/>
          <ac:spMkLst>
            <pc:docMk/>
            <pc:sldMk cId="0" sldId="256"/>
            <ac:spMk id="36" creationId="{00000000-0000-0000-0000-000000000000}"/>
          </ac:spMkLst>
        </pc:spChg>
      </pc:sldChg>
      <pc:sldChg chg="addSp delSp modSp mod">
        <pc:chgData name="Walkey, Helen C" userId="80814b1d-42a1-48c1-84aa-efb7524552c1" providerId="ADAL" clId="{37198984-9AA1-40DD-9F5C-EEAF621817BD}" dt="2026-10-22T13:14:44.660" v="228" actId="22"/>
        <pc:sldMkLst>
          <pc:docMk/>
          <pc:sldMk cId="0" sldId="257"/>
        </pc:sldMkLst>
        <pc:spChg chg="mod">
          <ac:chgData name="Walkey, Helen C" userId="80814b1d-42a1-48c1-84aa-efb7524552c1" providerId="ADAL" clId="{37198984-9AA1-40DD-9F5C-EEAF621817BD}" dt="2026-10-22T12:23:54.615" v="9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3:48.689" v="220" actId="164"/>
          <ac:spMkLst>
            <pc:docMk/>
            <pc:sldMk cId="0" sldId="257"/>
            <ac:spMk id="36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3:48.689" v="220" actId="164"/>
          <ac:spMkLst>
            <pc:docMk/>
            <pc:sldMk cId="0" sldId="257"/>
            <ac:spMk id="37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2:32:54.208" v="118" actId="164"/>
          <ac:spMkLst>
            <pc:docMk/>
            <pc:sldMk cId="0" sldId="257"/>
            <ac:spMk id="39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2:32:54.208" v="118" actId="164"/>
          <ac:spMkLst>
            <pc:docMk/>
            <pc:sldMk cId="0" sldId="257"/>
            <ac:spMk id="40" creationId="{00000000-0000-0000-0000-000000000000}"/>
          </ac:spMkLst>
        </pc:spChg>
        <pc:spChg chg="add mod">
          <ac:chgData name="Walkey, Helen C" userId="80814b1d-42a1-48c1-84aa-efb7524552c1" providerId="ADAL" clId="{37198984-9AA1-40DD-9F5C-EEAF621817BD}" dt="2026-10-22T12:30:07.698" v="79" actId="20577"/>
          <ac:spMkLst>
            <pc:docMk/>
            <pc:sldMk cId="0" sldId="257"/>
            <ac:spMk id="44" creationId="{5C443604-6245-FE79-848C-A6C0DDE168D0}"/>
          </ac:spMkLst>
        </pc:spChg>
        <pc:spChg chg="add del">
          <ac:chgData name="Walkey, Helen C" userId="80814b1d-42a1-48c1-84aa-efb7524552c1" providerId="ADAL" clId="{37198984-9AA1-40DD-9F5C-EEAF621817BD}" dt="2026-10-22T12:32:35.566" v="115" actId="22"/>
          <ac:spMkLst>
            <pc:docMk/>
            <pc:sldMk cId="0" sldId="257"/>
            <ac:spMk id="46" creationId="{B3744820-80BD-058B-66FF-3BFDC21F96CA}"/>
          </ac:spMkLst>
        </pc:spChg>
        <pc:spChg chg="add del">
          <ac:chgData name="Walkey, Helen C" userId="80814b1d-42a1-48c1-84aa-efb7524552c1" providerId="ADAL" clId="{37198984-9AA1-40DD-9F5C-EEAF621817BD}" dt="2026-10-22T12:32:35.566" v="115" actId="22"/>
          <ac:spMkLst>
            <pc:docMk/>
            <pc:sldMk cId="0" sldId="257"/>
            <ac:spMk id="48" creationId="{38A8C313-7BA9-C7A9-9773-502FD41DB942}"/>
          </ac:spMkLst>
        </pc:spChg>
        <pc:spChg chg="add del">
          <ac:chgData name="Walkey, Helen C" userId="80814b1d-42a1-48c1-84aa-efb7524552c1" providerId="ADAL" clId="{37198984-9AA1-40DD-9F5C-EEAF621817BD}" dt="2026-10-22T12:32:43.881" v="117" actId="478"/>
          <ac:spMkLst>
            <pc:docMk/>
            <pc:sldMk cId="0" sldId="257"/>
            <ac:spMk id="50" creationId="{B613DC3F-A260-660C-F3C2-101D6B8DEBD9}"/>
          </ac:spMkLst>
        </pc:spChg>
        <pc:spChg chg="add del">
          <ac:chgData name="Walkey, Helen C" userId="80814b1d-42a1-48c1-84aa-efb7524552c1" providerId="ADAL" clId="{37198984-9AA1-40DD-9F5C-EEAF621817BD}" dt="2026-10-22T13:14:32.735" v="227" actId="478"/>
          <ac:spMkLst>
            <pc:docMk/>
            <pc:sldMk cId="0" sldId="257"/>
            <ac:spMk id="54" creationId="{30E225FD-3B31-FEBA-7E8F-1EDD55AE6D39}"/>
          </ac:spMkLst>
        </pc:spChg>
        <pc:spChg chg="add del">
          <ac:chgData name="Walkey, Helen C" userId="80814b1d-42a1-48c1-84aa-efb7524552c1" providerId="ADAL" clId="{37198984-9AA1-40DD-9F5C-EEAF621817BD}" dt="2026-10-22T13:14:02.531" v="224" actId="22"/>
          <ac:spMkLst>
            <pc:docMk/>
            <pc:sldMk cId="0" sldId="257"/>
            <ac:spMk id="56" creationId="{6BCE5F53-2A0E-6DAB-2E5F-D64253DB72DC}"/>
          </ac:spMkLst>
        </pc:spChg>
        <pc:spChg chg="mod">
          <ac:chgData name="Walkey, Helen C" userId="80814b1d-42a1-48c1-84aa-efb7524552c1" providerId="ADAL" clId="{37198984-9AA1-40DD-9F5C-EEAF621817BD}" dt="2026-10-22T13:14:18.338" v="225"/>
          <ac:spMkLst>
            <pc:docMk/>
            <pc:sldMk cId="0" sldId="257"/>
            <ac:spMk id="58" creationId="{1B0632D0-7526-2351-8559-B1854BDD4AD8}"/>
          </ac:spMkLst>
        </pc:spChg>
        <pc:spChg chg="mod">
          <ac:chgData name="Walkey, Helen C" userId="80814b1d-42a1-48c1-84aa-efb7524552c1" providerId="ADAL" clId="{37198984-9AA1-40DD-9F5C-EEAF621817BD}" dt="2026-10-22T13:14:18.338" v="225"/>
          <ac:spMkLst>
            <pc:docMk/>
            <pc:sldMk cId="0" sldId="257"/>
            <ac:spMk id="59" creationId="{9FE75A08-77E0-FA4F-8D8F-5E81114DBCBC}"/>
          </ac:spMkLst>
        </pc:spChg>
        <pc:spChg chg="add">
          <ac:chgData name="Walkey, Helen C" userId="80814b1d-42a1-48c1-84aa-efb7524552c1" providerId="ADAL" clId="{37198984-9AA1-40DD-9F5C-EEAF621817BD}" dt="2026-10-22T13:14:44.660" v="228" actId="22"/>
          <ac:spMkLst>
            <pc:docMk/>
            <pc:sldMk cId="0" sldId="257"/>
            <ac:spMk id="61" creationId="{D5153D26-ACD5-A682-34A3-9A75E7608E55}"/>
          </ac:spMkLst>
        </pc:spChg>
        <pc:grpChg chg="add del mod">
          <ac:chgData name="Walkey, Helen C" userId="80814b1d-42a1-48c1-84aa-efb7524552c1" providerId="ADAL" clId="{37198984-9AA1-40DD-9F5C-EEAF621817BD}" dt="2026-10-22T13:13:50.754" v="221" actId="478"/>
          <ac:grpSpMkLst>
            <pc:docMk/>
            <pc:sldMk cId="0" sldId="257"/>
            <ac:grpSpMk id="51" creationId="{FFB0FB34-363B-E33A-6183-5D38670C8A8A}"/>
          </ac:grpSpMkLst>
        </pc:grpChg>
        <pc:grpChg chg="add mod">
          <ac:chgData name="Walkey, Helen C" userId="80814b1d-42a1-48c1-84aa-efb7524552c1" providerId="ADAL" clId="{37198984-9AA1-40DD-9F5C-EEAF621817BD}" dt="2026-10-22T13:13:48.689" v="220" actId="164"/>
          <ac:grpSpMkLst>
            <pc:docMk/>
            <pc:sldMk cId="0" sldId="257"/>
            <ac:grpSpMk id="52" creationId="{1D10BC06-253E-6D66-331D-F07FF909ABB4}"/>
          </ac:grpSpMkLst>
        </pc:grpChg>
        <pc:grpChg chg="add mod">
          <ac:chgData name="Walkey, Helen C" userId="80814b1d-42a1-48c1-84aa-efb7524552c1" providerId="ADAL" clId="{37198984-9AA1-40DD-9F5C-EEAF621817BD}" dt="2026-10-22T13:14:23.214" v="226" actId="1076"/>
          <ac:grpSpMkLst>
            <pc:docMk/>
            <pc:sldMk cId="0" sldId="257"/>
            <ac:grpSpMk id="57" creationId="{FC54C57A-E0D9-7B5C-70DA-20817EA2112E}"/>
          </ac:grpSpMkLst>
        </pc:grpChg>
      </pc:sldChg>
      <pc:sldChg chg="addSp delSp modSp mod">
        <pc:chgData name="Walkey, Helen C" userId="80814b1d-42a1-48c1-84aa-efb7524552c1" providerId="ADAL" clId="{37198984-9AA1-40DD-9F5C-EEAF621817BD}" dt="2026-10-22T13:08:55.902" v="148" actId="1076"/>
        <pc:sldMkLst>
          <pc:docMk/>
          <pc:sldMk cId="0" sldId="258"/>
        </pc:sldMkLst>
        <pc:spChg chg="mod">
          <ac:chgData name="Walkey, Helen C" userId="80814b1d-42a1-48c1-84aa-efb7524552c1" providerId="ADAL" clId="{37198984-9AA1-40DD-9F5C-EEAF621817BD}" dt="2026-10-22T12:26:29.218" v="48" actId="20577"/>
          <ac:spMkLst>
            <pc:docMk/>
            <pc:sldMk cId="0" sldId="258"/>
            <ac:spMk id="14" creationId="{00000000-0000-0000-0000-000000000000}"/>
          </ac:spMkLst>
        </pc:spChg>
        <pc:spChg chg="del">
          <ac:chgData name="Walkey, Helen C" userId="80814b1d-42a1-48c1-84aa-efb7524552c1" providerId="ADAL" clId="{37198984-9AA1-40DD-9F5C-EEAF621817BD}" dt="2026-10-22T13:08:27.976" v="142" actId="478"/>
          <ac:spMkLst>
            <pc:docMk/>
            <pc:sldMk cId="0" sldId="258"/>
            <ac:spMk id="33" creationId="{00000000-0000-0000-0000-000000000000}"/>
          </ac:spMkLst>
        </pc:spChg>
        <pc:spChg chg="del">
          <ac:chgData name="Walkey, Helen C" userId="80814b1d-42a1-48c1-84aa-efb7524552c1" providerId="ADAL" clId="{37198984-9AA1-40DD-9F5C-EEAF621817BD}" dt="2026-10-22T13:08:24.362" v="141" actId="478"/>
          <ac:spMkLst>
            <pc:docMk/>
            <pc:sldMk cId="0" sldId="258"/>
            <ac:spMk id="34" creationId="{00000000-0000-0000-0000-000000000000}"/>
          </ac:spMkLst>
        </pc:spChg>
        <pc:spChg chg="del">
          <ac:chgData name="Walkey, Helen C" userId="80814b1d-42a1-48c1-84aa-efb7524552c1" providerId="ADAL" clId="{37198984-9AA1-40DD-9F5C-EEAF621817BD}" dt="2026-10-22T13:08:43.825" v="146" actId="478"/>
          <ac:spMkLst>
            <pc:docMk/>
            <pc:sldMk cId="0" sldId="258"/>
            <ac:spMk id="36" creationId="{00000000-0000-0000-0000-000000000000}"/>
          </ac:spMkLst>
        </pc:spChg>
        <pc:spChg chg="add mod">
          <ac:chgData name="Walkey, Helen C" userId="80814b1d-42a1-48c1-84aa-efb7524552c1" providerId="ADAL" clId="{37198984-9AA1-40DD-9F5C-EEAF621817BD}" dt="2026-10-22T12:25:41.185" v="13" actId="164"/>
          <ac:spMkLst>
            <pc:docMk/>
            <pc:sldMk cId="0" sldId="258"/>
            <ac:spMk id="42" creationId="{2282F8AB-4050-E53A-F450-079C4081999F}"/>
          </ac:spMkLst>
        </pc:spChg>
        <pc:spChg chg="add mod">
          <ac:chgData name="Walkey, Helen C" userId="80814b1d-42a1-48c1-84aa-efb7524552c1" providerId="ADAL" clId="{37198984-9AA1-40DD-9F5C-EEAF621817BD}" dt="2026-10-22T13:07:16.477" v="140" actId="20577"/>
          <ac:spMkLst>
            <pc:docMk/>
            <pc:sldMk cId="0" sldId="258"/>
            <ac:spMk id="44" creationId="{2A3D4664-02FF-01A3-6C82-EFFEF0E26CFB}"/>
          </ac:spMkLst>
        </pc:spChg>
        <pc:spChg chg="mod">
          <ac:chgData name="Walkey, Helen C" userId="80814b1d-42a1-48c1-84aa-efb7524552c1" providerId="ADAL" clId="{37198984-9AA1-40DD-9F5C-EEAF621817BD}" dt="2026-10-22T13:08:28.899" v="143"/>
          <ac:spMkLst>
            <pc:docMk/>
            <pc:sldMk cId="0" sldId="258"/>
            <ac:spMk id="47" creationId="{44E68BAA-8A03-CC7A-901A-C85E91053ABF}"/>
          </ac:spMkLst>
        </pc:spChg>
        <pc:spChg chg="mod">
          <ac:chgData name="Walkey, Helen C" userId="80814b1d-42a1-48c1-84aa-efb7524552c1" providerId="ADAL" clId="{37198984-9AA1-40DD-9F5C-EEAF621817BD}" dt="2026-10-22T13:08:28.899" v="143"/>
          <ac:spMkLst>
            <pc:docMk/>
            <pc:sldMk cId="0" sldId="258"/>
            <ac:spMk id="48" creationId="{2659925F-B520-AB84-1913-DAA2174EE0D6}"/>
          </ac:spMkLst>
        </pc:spChg>
        <pc:spChg chg="mod">
          <ac:chgData name="Walkey, Helen C" userId="80814b1d-42a1-48c1-84aa-efb7524552c1" providerId="ADAL" clId="{37198984-9AA1-40DD-9F5C-EEAF621817BD}" dt="2026-10-22T13:08:45.270" v="147"/>
          <ac:spMkLst>
            <pc:docMk/>
            <pc:sldMk cId="0" sldId="258"/>
            <ac:spMk id="50" creationId="{CAD73F20-FA1E-875F-6556-A772BF23A92D}"/>
          </ac:spMkLst>
        </pc:spChg>
        <pc:spChg chg="mod">
          <ac:chgData name="Walkey, Helen C" userId="80814b1d-42a1-48c1-84aa-efb7524552c1" providerId="ADAL" clId="{37198984-9AA1-40DD-9F5C-EEAF621817BD}" dt="2026-10-22T13:08:45.270" v="147"/>
          <ac:spMkLst>
            <pc:docMk/>
            <pc:sldMk cId="0" sldId="258"/>
            <ac:spMk id="51" creationId="{DBFD25B9-DCCF-DC76-C87E-5E380DA07545}"/>
          </ac:spMkLst>
        </pc:spChg>
        <pc:grpChg chg="add mod">
          <ac:chgData name="Walkey, Helen C" userId="80814b1d-42a1-48c1-84aa-efb7524552c1" providerId="ADAL" clId="{37198984-9AA1-40DD-9F5C-EEAF621817BD}" dt="2026-10-22T12:26:15.969" v="16" actId="14100"/>
          <ac:grpSpMkLst>
            <pc:docMk/>
            <pc:sldMk cId="0" sldId="258"/>
            <ac:grpSpMk id="45" creationId="{894E29DC-686F-1399-ADD2-A729B5C1566D}"/>
          </ac:grpSpMkLst>
        </pc:grpChg>
        <pc:grpChg chg="add mod">
          <ac:chgData name="Walkey, Helen C" userId="80814b1d-42a1-48c1-84aa-efb7524552c1" providerId="ADAL" clId="{37198984-9AA1-40DD-9F5C-EEAF621817BD}" dt="2026-10-22T13:08:41.625" v="145" actId="1076"/>
          <ac:grpSpMkLst>
            <pc:docMk/>
            <pc:sldMk cId="0" sldId="258"/>
            <ac:grpSpMk id="46" creationId="{74316844-861F-4409-7B27-AA3E521B0C69}"/>
          </ac:grpSpMkLst>
        </pc:grpChg>
        <pc:grpChg chg="add mod">
          <ac:chgData name="Walkey, Helen C" userId="80814b1d-42a1-48c1-84aa-efb7524552c1" providerId="ADAL" clId="{37198984-9AA1-40DD-9F5C-EEAF621817BD}" dt="2026-10-22T13:08:55.902" v="148" actId="1076"/>
          <ac:grpSpMkLst>
            <pc:docMk/>
            <pc:sldMk cId="0" sldId="258"/>
            <ac:grpSpMk id="49" creationId="{37959A04-79B9-981B-A3FA-E346B375EAB7}"/>
          </ac:grpSpMkLst>
        </pc:grpChg>
      </pc:sldChg>
      <pc:sldChg chg="addSp delSp modSp mod">
        <pc:chgData name="Walkey, Helen C" userId="80814b1d-42a1-48c1-84aa-efb7524552c1" providerId="ADAL" clId="{37198984-9AA1-40DD-9F5C-EEAF621817BD}" dt="2026-10-22T13:40:08.571" v="374" actId="20577"/>
        <pc:sldMkLst>
          <pc:docMk/>
          <pc:sldMk cId="0" sldId="259"/>
        </pc:sldMkLst>
        <pc:spChg chg="mod">
          <ac:chgData name="Walkey, Helen C" userId="80814b1d-42a1-48c1-84aa-efb7524552c1" providerId="ADAL" clId="{37198984-9AA1-40DD-9F5C-EEAF621817BD}" dt="2026-10-22T12:26:55.686" v="50" actId="2057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2:27:41.713" v="52" actId="20577"/>
          <ac:spMkLst>
            <pc:docMk/>
            <pc:sldMk cId="0" sldId="259"/>
            <ac:spMk id="28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40:08.571" v="374" actId="20577"/>
          <ac:spMkLst>
            <pc:docMk/>
            <pc:sldMk cId="0" sldId="259"/>
            <ac:spMk id="35" creationId="{00000000-0000-0000-0000-000000000000}"/>
          </ac:spMkLst>
        </pc:spChg>
        <pc:spChg chg="del mod">
          <ac:chgData name="Walkey, Helen C" userId="80814b1d-42a1-48c1-84aa-efb7524552c1" providerId="ADAL" clId="{37198984-9AA1-40DD-9F5C-EEAF621817BD}" dt="2026-10-22T12:31:04.978" v="96" actId="478"/>
          <ac:spMkLst>
            <pc:docMk/>
            <pc:sldMk cId="0" sldId="259"/>
            <ac:spMk id="42" creationId="{00000000-0000-0000-0000-000000000000}"/>
          </ac:spMkLst>
        </pc:spChg>
        <pc:spChg chg="add mod">
          <ac:chgData name="Walkey, Helen C" userId="80814b1d-42a1-48c1-84aa-efb7524552c1" providerId="ADAL" clId="{37198984-9AA1-40DD-9F5C-EEAF621817BD}" dt="2026-10-22T13:39:07.153" v="316" actId="20577"/>
          <ac:spMkLst>
            <pc:docMk/>
            <pc:sldMk cId="0" sldId="259"/>
            <ac:spMk id="45" creationId="{8780E956-09B2-3315-A429-F7825D02DC2B}"/>
          </ac:spMkLst>
        </pc:spChg>
      </pc:sldChg>
      <pc:sldChg chg="addSp delSp modSp mod">
        <pc:chgData name="Walkey, Helen C" userId="80814b1d-42a1-48c1-84aa-efb7524552c1" providerId="ADAL" clId="{37198984-9AA1-40DD-9F5C-EEAF621817BD}" dt="2026-10-22T13:13:23.230" v="219" actId="20577"/>
        <pc:sldMkLst>
          <pc:docMk/>
          <pc:sldMk cId="0" sldId="260"/>
        </pc:sldMkLst>
        <pc:spChg chg="mod">
          <ac:chgData name="Walkey, Helen C" userId="80814b1d-42a1-48c1-84aa-efb7524552c1" providerId="ADAL" clId="{37198984-9AA1-40DD-9F5C-EEAF621817BD}" dt="2026-10-22T12:31:31.905" v="113" actId="2057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09:57.011" v="167" actId="20577"/>
          <ac:spMkLst>
            <pc:docMk/>
            <pc:sldMk cId="0" sldId="260"/>
            <ac:spMk id="18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2:37.616" v="179" actId="1076"/>
          <ac:spMkLst>
            <pc:docMk/>
            <pc:sldMk cId="0" sldId="260"/>
            <ac:spMk id="30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0:58.340" v="169" actId="164"/>
          <ac:spMkLst>
            <pc:docMk/>
            <pc:sldMk cId="0" sldId="260"/>
            <ac:spMk id="36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0:58.340" v="169" actId="164"/>
          <ac:spMkLst>
            <pc:docMk/>
            <pc:sldMk cId="0" sldId="260"/>
            <ac:spMk id="37" creationId="{00000000-0000-0000-0000-000000000000}"/>
          </ac:spMkLst>
        </pc:spChg>
        <pc:spChg chg="del">
          <ac:chgData name="Walkey, Helen C" userId="80814b1d-42a1-48c1-84aa-efb7524552c1" providerId="ADAL" clId="{37198984-9AA1-40DD-9F5C-EEAF621817BD}" dt="2026-10-22T12:33:11.191" v="120" actId="478"/>
          <ac:spMkLst>
            <pc:docMk/>
            <pc:sldMk cId="0" sldId="260"/>
            <ac:spMk id="39" creationId="{00000000-0000-0000-0000-000000000000}"/>
          </ac:spMkLst>
        </pc:spChg>
        <pc:spChg chg="add mod">
          <ac:chgData name="Walkey, Helen C" userId="80814b1d-42a1-48c1-84aa-efb7524552c1" providerId="ADAL" clId="{37198984-9AA1-40DD-9F5C-EEAF621817BD}" dt="2026-10-22T12:31:17.490" v="111" actId="20577"/>
          <ac:spMkLst>
            <pc:docMk/>
            <pc:sldMk cId="0" sldId="260"/>
            <ac:spMk id="44" creationId="{0A6D44B6-DC0D-223A-D3A4-48A197CEEF65}"/>
          </ac:spMkLst>
        </pc:spChg>
        <pc:spChg chg="mod">
          <ac:chgData name="Walkey, Helen C" userId="80814b1d-42a1-48c1-84aa-efb7524552c1" providerId="ADAL" clId="{37198984-9AA1-40DD-9F5C-EEAF621817BD}" dt="2026-10-22T12:33:08.333" v="119"/>
          <ac:spMkLst>
            <pc:docMk/>
            <pc:sldMk cId="0" sldId="260"/>
            <ac:spMk id="46" creationId="{83665264-9A07-66EA-DC64-9B6D412D344F}"/>
          </ac:spMkLst>
        </pc:spChg>
        <pc:spChg chg="mod">
          <ac:chgData name="Walkey, Helen C" userId="80814b1d-42a1-48c1-84aa-efb7524552c1" providerId="ADAL" clId="{37198984-9AA1-40DD-9F5C-EEAF621817BD}" dt="2026-10-22T12:33:08.333" v="119"/>
          <ac:spMkLst>
            <pc:docMk/>
            <pc:sldMk cId="0" sldId="260"/>
            <ac:spMk id="47" creationId="{700F2211-38E9-A0D5-56F9-0C370C4B9806}"/>
          </ac:spMkLst>
        </pc:spChg>
        <pc:spChg chg="mod">
          <ac:chgData name="Walkey, Helen C" userId="80814b1d-42a1-48c1-84aa-efb7524552c1" providerId="ADAL" clId="{37198984-9AA1-40DD-9F5C-EEAF621817BD}" dt="2026-10-22T13:10:59.576" v="170"/>
          <ac:spMkLst>
            <pc:docMk/>
            <pc:sldMk cId="0" sldId="260"/>
            <ac:spMk id="50" creationId="{5B300B4D-2230-6C3B-A4C7-AC4EBAD5BF64}"/>
          </ac:spMkLst>
        </pc:spChg>
        <pc:spChg chg="mod">
          <ac:chgData name="Walkey, Helen C" userId="80814b1d-42a1-48c1-84aa-efb7524552c1" providerId="ADAL" clId="{37198984-9AA1-40DD-9F5C-EEAF621817BD}" dt="2026-10-22T13:10:59.576" v="170"/>
          <ac:spMkLst>
            <pc:docMk/>
            <pc:sldMk cId="0" sldId="260"/>
            <ac:spMk id="51" creationId="{75F2B10D-2152-9C76-34CD-5C5A6EAAC593}"/>
          </ac:spMkLst>
        </pc:spChg>
        <pc:spChg chg="add mod">
          <ac:chgData name="Walkey, Helen C" userId="80814b1d-42a1-48c1-84aa-efb7524552c1" providerId="ADAL" clId="{37198984-9AA1-40DD-9F5C-EEAF621817BD}" dt="2026-10-22T13:13:23.230" v="219" actId="20577"/>
          <ac:spMkLst>
            <pc:docMk/>
            <pc:sldMk cId="0" sldId="260"/>
            <ac:spMk id="53" creationId="{D1CDC15E-D454-0265-3173-1ACE2AA2FA33}"/>
          </ac:spMkLst>
        </pc:spChg>
        <pc:grpChg chg="add del mod">
          <ac:chgData name="Walkey, Helen C" userId="80814b1d-42a1-48c1-84aa-efb7524552c1" providerId="ADAL" clId="{37198984-9AA1-40DD-9F5C-EEAF621817BD}" dt="2026-10-22T13:10:46.873" v="168" actId="478"/>
          <ac:grpSpMkLst>
            <pc:docMk/>
            <pc:sldMk cId="0" sldId="260"/>
            <ac:grpSpMk id="45" creationId="{06E755A3-59D2-2C4C-CC99-CBE1B369BB22}"/>
          </ac:grpSpMkLst>
        </pc:grpChg>
        <pc:grpChg chg="add mod">
          <ac:chgData name="Walkey, Helen C" userId="80814b1d-42a1-48c1-84aa-efb7524552c1" providerId="ADAL" clId="{37198984-9AA1-40DD-9F5C-EEAF621817BD}" dt="2026-10-22T13:10:58.340" v="169" actId="164"/>
          <ac:grpSpMkLst>
            <pc:docMk/>
            <pc:sldMk cId="0" sldId="260"/>
            <ac:grpSpMk id="48" creationId="{B86D2A0D-2AF6-8968-8C76-6A06F59955D5}"/>
          </ac:grpSpMkLst>
        </pc:grpChg>
        <pc:grpChg chg="add mod">
          <ac:chgData name="Walkey, Helen C" userId="80814b1d-42a1-48c1-84aa-efb7524552c1" providerId="ADAL" clId="{37198984-9AA1-40DD-9F5C-EEAF621817BD}" dt="2026-10-22T13:11:07.071" v="171" actId="1076"/>
          <ac:grpSpMkLst>
            <pc:docMk/>
            <pc:sldMk cId="0" sldId="260"/>
            <ac:grpSpMk id="49" creationId="{9BF128F6-A54D-739F-17F8-9EAA4D2E9AA6}"/>
          </ac:grpSpMkLst>
        </pc:grpChg>
      </pc:sldChg>
      <pc:sldChg chg="addSp delSp modSp mod">
        <pc:chgData name="Walkey, Helen C" userId="80814b1d-42a1-48c1-84aa-efb7524552c1" providerId="ADAL" clId="{37198984-9AA1-40DD-9F5C-EEAF621817BD}" dt="2026-10-22T13:19:05.127" v="269" actId="14100"/>
        <pc:sldMkLst>
          <pc:docMk/>
          <pc:sldMk cId="0" sldId="261"/>
        </pc:sldMkLst>
        <pc:spChg chg="del">
          <ac:chgData name="Walkey, Helen C" userId="80814b1d-42a1-48c1-84aa-efb7524552c1" providerId="ADAL" clId="{37198984-9AA1-40DD-9F5C-EEAF621817BD}" dt="2026-10-22T13:18:06.967" v="263" actId="478"/>
          <ac:spMkLst>
            <pc:docMk/>
            <pc:sldMk cId="0" sldId="261"/>
            <ac:spMk id="33" creationId="{00000000-0000-0000-0000-000000000000}"/>
          </ac:spMkLst>
        </pc:spChg>
        <pc:spChg chg="mod ord">
          <ac:chgData name="Walkey, Helen C" userId="80814b1d-42a1-48c1-84aa-efb7524552c1" providerId="ADAL" clId="{37198984-9AA1-40DD-9F5C-EEAF621817BD}" dt="2026-10-22T13:18:03.685" v="262" actId="167"/>
          <ac:spMkLst>
            <pc:docMk/>
            <pc:sldMk cId="0" sldId="261"/>
            <ac:spMk id="36" creationId="{00000000-0000-0000-0000-000000000000}"/>
          </ac:spMkLst>
        </pc:spChg>
        <pc:spChg chg="del">
          <ac:chgData name="Walkey, Helen C" userId="80814b1d-42a1-48c1-84aa-efb7524552c1" providerId="ADAL" clId="{37198984-9AA1-40DD-9F5C-EEAF621817BD}" dt="2026-10-22T13:19:00.962" v="268" actId="478"/>
          <ac:spMkLst>
            <pc:docMk/>
            <pc:sldMk cId="0" sldId="261"/>
            <ac:spMk id="39" creationId="{00000000-0000-0000-0000-000000000000}"/>
          </ac:spMkLst>
        </pc:spChg>
        <pc:spChg chg="del mod">
          <ac:chgData name="Walkey, Helen C" userId="80814b1d-42a1-48c1-84aa-efb7524552c1" providerId="ADAL" clId="{37198984-9AA1-40DD-9F5C-EEAF621817BD}" dt="2026-10-22T13:18:59.274" v="267" actId="478"/>
          <ac:spMkLst>
            <pc:docMk/>
            <pc:sldMk cId="0" sldId="261"/>
            <ac:spMk id="40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9:05.127" v="269" actId="14100"/>
          <ac:spMkLst>
            <pc:docMk/>
            <pc:sldMk cId="0" sldId="261"/>
            <ac:spMk id="41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17:34.591" v="259"/>
          <ac:spMkLst>
            <pc:docMk/>
            <pc:sldMk cId="0" sldId="261"/>
            <ac:spMk id="44" creationId="{84D3E0A9-14F3-ADF7-22E8-23C3A2C6A92A}"/>
          </ac:spMkLst>
        </pc:spChg>
        <pc:spChg chg="mod">
          <ac:chgData name="Walkey, Helen C" userId="80814b1d-42a1-48c1-84aa-efb7524552c1" providerId="ADAL" clId="{37198984-9AA1-40DD-9F5C-EEAF621817BD}" dt="2026-10-22T13:17:34.591" v="259"/>
          <ac:spMkLst>
            <pc:docMk/>
            <pc:sldMk cId="0" sldId="261"/>
            <ac:spMk id="45" creationId="{336C8871-1056-7FC0-B106-60689A10C023}"/>
          </ac:spMkLst>
        </pc:spChg>
        <pc:spChg chg="mod">
          <ac:chgData name="Walkey, Helen C" userId="80814b1d-42a1-48c1-84aa-efb7524552c1" providerId="ADAL" clId="{37198984-9AA1-40DD-9F5C-EEAF621817BD}" dt="2026-10-22T13:17:34.591" v="259"/>
          <ac:spMkLst>
            <pc:docMk/>
            <pc:sldMk cId="0" sldId="261"/>
            <ac:spMk id="47" creationId="{E230F825-1EC4-96FD-FF8B-0756FF0A60C5}"/>
          </ac:spMkLst>
        </pc:spChg>
        <pc:spChg chg="mod">
          <ac:chgData name="Walkey, Helen C" userId="80814b1d-42a1-48c1-84aa-efb7524552c1" providerId="ADAL" clId="{37198984-9AA1-40DD-9F5C-EEAF621817BD}" dt="2026-10-22T13:17:34.591" v="259"/>
          <ac:spMkLst>
            <pc:docMk/>
            <pc:sldMk cId="0" sldId="261"/>
            <ac:spMk id="48" creationId="{72C81B1A-D542-7B91-B308-90B7758CBC2D}"/>
          </ac:spMkLst>
        </pc:spChg>
        <pc:spChg chg="mod">
          <ac:chgData name="Walkey, Helen C" userId="80814b1d-42a1-48c1-84aa-efb7524552c1" providerId="ADAL" clId="{37198984-9AA1-40DD-9F5C-EEAF621817BD}" dt="2026-10-22T13:18:10.709" v="264"/>
          <ac:spMkLst>
            <pc:docMk/>
            <pc:sldMk cId="0" sldId="261"/>
            <ac:spMk id="50" creationId="{25C54DDC-C24A-A573-8E74-2ED7FC842019}"/>
          </ac:spMkLst>
        </pc:spChg>
        <pc:spChg chg="mod">
          <ac:chgData name="Walkey, Helen C" userId="80814b1d-42a1-48c1-84aa-efb7524552c1" providerId="ADAL" clId="{37198984-9AA1-40DD-9F5C-EEAF621817BD}" dt="2026-10-22T13:18:10.709" v="264"/>
          <ac:spMkLst>
            <pc:docMk/>
            <pc:sldMk cId="0" sldId="261"/>
            <ac:spMk id="51" creationId="{9F9034CA-5864-C047-BFFB-7AFC12B83FBA}"/>
          </ac:spMkLst>
        </pc:spChg>
        <pc:grpChg chg="add mod ord">
          <ac:chgData name="Walkey, Helen C" userId="80814b1d-42a1-48c1-84aa-efb7524552c1" providerId="ADAL" clId="{37198984-9AA1-40DD-9F5C-EEAF621817BD}" dt="2026-10-22T13:18:03.685" v="262" actId="167"/>
          <ac:grpSpMkLst>
            <pc:docMk/>
            <pc:sldMk cId="0" sldId="261"/>
            <ac:grpSpMk id="43" creationId="{9E0EDDA3-1BFC-1F61-528F-33CFCC10107B}"/>
          </ac:grpSpMkLst>
        </pc:grpChg>
        <pc:grpChg chg="add mod">
          <ac:chgData name="Walkey, Helen C" userId="80814b1d-42a1-48c1-84aa-efb7524552c1" providerId="ADAL" clId="{37198984-9AA1-40DD-9F5C-EEAF621817BD}" dt="2026-10-22T13:17:34.591" v="259"/>
          <ac:grpSpMkLst>
            <pc:docMk/>
            <pc:sldMk cId="0" sldId="261"/>
            <ac:grpSpMk id="46" creationId="{92A7DEDB-F5C1-6E09-2581-9FB0429CE8A5}"/>
          </ac:grpSpMkLst>
        </pc:grpChg>
        <pc:grpChg chg="add mod">
          <ac:chgData name="Walkey, Helen C" userId="80814b1d-42a1-48c1-84aa-efb7524552c1" providerId="ADAL" clId="{37198984-9AA1-40DD-9F5C-EEAF621817BD}" dt="2026-10-22T13:18:17.052" v="265" actId="1076"/>
          <ac:grpSpMkLst>
            <pc:docMk/>
            <pc:sldMk cId="0" sldId="261"/>
            <ac:grpSpMk id="49" creationId="{99A32631-E4C1-3B2D-1E9E-3CC55D7578FF}"/>
          </ac:grpSpMkLst>
        </pc:grpChg>
      </pc:sldChg>
      <pc:sldChg chg="addSp delSp modSp mod">
        <pc:chgData name="Walkey, Helen C" userId="80814b1d-42a1-48c1-84aa-efb7524552c1" providerId="ADAL" clId="{37198984-9AA1-40DD-9F5C-EEAF621817BD}" dt="2026-10-22T13:16:54.531" v="258" actId="478"/>
        <pc:sldMkLst>
          <pc:docMk/>
          <pc:sldMk cId="0" sldId="262"/>
        </pc:sldMkLst>
        <pc:spChg chg="add del mod">
          <ac:chgData name="Walkey, Helen C" userId="80814b1d-42a1-48c1-84aa-efb7524552c1" providerId="ADAL" clId="{37198984-9AA1-40DD-9F5C-EEAF621817BD}" dt="2026-10-22T13:16:54.531" v="258" actId="478"/>
          <ac:spMkLst>
            <pc:docMk/>
            <pc:sldMk cId="0" sldId="262"/>
            <ac:spMk id="39" creationId="{127FA6E6-B73E-AF1F-B903-A1956F637C69}"/>
          </ac:spMkLst>
        </pc:spChg>
        <pc:spChg chg="add mod">
          <ac:chgData name="Walkey, Helen C" userId="80814b1d-42a1-48c1-84aa-efb7524552c1" providerId="ADAL" clId="{37198984-9AA1-40DD-9F5C-EEAF621817BD}" dt="2026-10-22T13:16:45.611" v="257" actId="20577"/>
          <ac:spMkLst>
            <pc:docMk/>
            <pc:sldMk cId="0" sldId="262"/>
            <ac:spMk id="43" creationId="{94371EAE-CE7F-17BF-0C09-00F5D2252ED9}"/>
          </ac:spMkLst>
        </pc:spChg>
      </pc:sldChg>
      <pc:sldChg chg="modSp mod">
        <pc:chgData name="Walkey, Helen C" userId="80814b1d-42a1-48c1-84aa-efb7524552c1" providerId="ADAL" clId="{37198984-9AA1-40DD-9F5C-EEAF621817BD}" dt="2026-10-22T13:42:04.222" v="386" actId="20577"/>
        <pc:sldMkLst>
          <pc:docMk/>
          <pc:sldMk cId="0" sldId="263"/>
        </pc:sldMkLst>
        <pc:spChg chg="mod">
          <ac:chgData name="Walkey, Helen C" userId="80814b1d-42a1-48c1-84aa-efb7524552c1" providerId="ADAL" clId="{37198984-9AA1-40DD-9F5C-EEAF621817BD}" dt="2026-10-22T13:42:04.222" v="386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42:00.004" v="382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Walkey, Helen C" userId="80814b1d-42a1-48c1-84aa-efb7524552c1" providerId="ADAL" clId="{37198984-9AA1-40DD-9F5C-EEAF621817BD}" dt="2026-10-22T13:42:45.589" v="396" actId="20577"/>
        <pc:sldMkLst>
          <pc:docMk/>
          <pc:sldMk cId="0" sldId="264"/>
        </pc:sldMkLst>
        <pc:spChg chg="mod">
          <ac:chgData name="Walkey, Helen C" userId="80814b1d-42a1-48c1-84aa-efb7524552c1" providerId="ADAL" clId="{37198984-9AA1-40DD-9F5C-EEAF621817BD}" dt="2026-10-22T13:42:45.589" v="396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42:37.913" v="392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Walkey, Helen C" userId="80814b1d-42a1-48c1-84aa-efb7524552c1" providerId="ADAL" clId="{37198984-9AA1-40DD-9F5C-EEAF621817BD}" dt="2026-10-22T13:43:31.624" v="404" actId="20577"/>
        <pc:sldMkLst>
          <pc:docMk/>
          <pc:sldMk cId="0" sldId="265"/>
        </pc:sldMkLst>
        <pc:spChg chg="mod">
          <ac:chgData name="Walkey, Helen C" userId="80814b1d-42a1-48c1-84aa-efb7524552c1" providerId="ADAL" clId="{37198984-9AA1-40DD-9F5C-EEAF621817BD}" dt="2026-10-22T13:42:50.632" v="400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Walkey, Helen C" userId="80814b1d-42a1-48c1-84aa-efb7524552c1" providerId="ADAL" clId="{37198984-9AA1-40DD-9F5C-EEAF621817BD}" dt="2026-10-22T13:43:31.624" v="404" actId="20577"/>
          <ac:spMkLst>
            <pc:docMk/>
            <pc:sldMk cId="0" sldId="265"/>
            <ac:spMk id="3" creationId="{00000000-0000-0000-0000-000000000000}"/>
          </ac:spMkLst>
        </pc:spChg>
      </pc:sldChg>
    </pc:docChg>
  </pc:docChgLst>
  <pc:docChgLst>
    <pc:chgData name="Whitaker, Charlotte J" userId="12271fd6-7136-49fb-a67d-d53ef9d2df56" providerId="ADAL" clId="{6A18FCA8-CFD9-49CB-AD4A-8D69BC05966E}"/>
    <pc:docChg chg="modSld">
      <pc:chgData name="Whitaker, Charlotte J" userId="12271fd6-7136-49fb-a67d-d53ef9d2df56" providerId="ADAL" clId="{6A18FCA8-CFD9-49CB-AD4A-8D69BC05966E}" dt="2026-10-22T12:25:30.969" v="0" actId="14100"/>
      <pc:docMkLst>
        <pc:docMk/>
      </pc:docMkLst>
      <pc:sldChg chg="modSp mod">
        <pc:chgData name="Whitaker, Charlotte J" userId="12271fd6-7136-49fb-a67d-d53ef9d2df56" providerId="ADAL" clId="{6A18FCA8-CFD9-49CB-AD4A-8D69BC05966E}" dt="2026-10-22T12:25:30.969" v="0" actId="14100"/>
        <pc:sldMkLst>
          <pc:docMk/>
          <pc:sldMk cId="0" sldId="256"/>
        </pc:sldMkLst>
        <pc:spChg chg="mod">
          <ac:chgData name="Whitaker, Charlotte J" userId="12271fd6-7136-49fb-a67d-d53ef9d2df56" providerId="ADAL" clId="{6A18FCA8-CFD9-49CB-AD4A-8D69BC05966E}" dt="2026-10-22T12:25:30.969" v="0" actId="14100"/>
          <ac:spMkLst>
            <pc:docMk/>
            <pc:sldMk cId="0" sldId="256"/>
            <ac:spMk id="4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289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A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256877" y="170689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CoLab</a:t>
            </a:r>
            <a:endParaRPr lang="en-US" sz="1600">
              <a:solidFill>
                <a:srgbClr val="00D8D8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9875520" y="1828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10">
                <a:solidFill>
                  <a:srgbClr val="00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MONSTER HACK</a:t>
            </a:r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384048" y="6473952"/>
            <a:ext cx="11411712" cy="0"/>
          </a:xfrm>
          <a:prstGeom prst="line">
            <a:avLst/>
          </a:prstGeom>
          <a:noFill/>
          <a:ln w="12700">
            <a:solidFill>
              <a:srgbClr val="2032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84048" y="651967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397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submission template • Maximum 15 slides</a:t>
            </a:r>
            <a:endParaRPr lang="en-US" sz="9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732636-F015-6F91-9880-284556AD4F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240" y="205397"/>
            <a:ext cx="1647952" cy="3573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E879999-4703-E734-5EB5-D1C1C4554D81}"/>
              </a:ext>
            </a:extLst>
          </p:cNvPr>
          <p:cNvCxnSpPr/>
          <p:nvPr userDrawn="1"/>
        </p:nvCxnSpPr>
        <p:spPr>
          <a:xfrm>
            <a:off x="2150534" y="182880"/>
            <a:ext cx="0" cy="35932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82296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SUBMISSION TEMPLATE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411480" y="1170432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7F7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 MONSTER</a:t>
            </a:r>
            <a:endParaRPr lang="en-US" sz="4000"/>
          </a:p>
          <a:p>
            <a:pPr marL="0" indent="0">
              <a:buNone/>
            </a:pPr>
            <a:r>
              <a:rPr lang="en-US" sz="4000" b="1">
                <a:solidFill>
                  <a:srgbClr val="F7F7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HACK</a:t>
            </a:r>
            <a:endParaRPr lang="en-US" sz="4000"/>
          </a:p>
        </p:txBody>
      </p:sp>
      <p:sp>
        <p:nvSpPr>
          <p:cNvPr id="4" name="Text 2"/>
          <p:cNvSpPr/>
          <p:nvPr/>
        </p:nvSpPr>
        <p:spPr>
          <a:xfrm>
            <a:off x="438912" y="2724912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>
                <a:solidFill>
                  <a:srgbClr val="00D8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your evidence as you go.</a:t>
            </a:r>
            <a:endParaRPr lang="en-US" sz="1850"/>
          </a:p>
        </p:txBody>
      </p:sp>
      <p:sp>
        <p:nvSpPr>
          <p:cNvPr id="5" name="Text 3"/>
          <p:cNvSpPr/>
          <p:nvPr/>
        </p:nvSpPr>
        <p:spPr>
          <a:xfrm>
            <a:off x="438912" y="3182112"/>
            <a:ext cx="51663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sz="1200">
                <a:solidFill>
                  <a:srgbClr val="A7B4B8"/>
                </a:solidFill>
                <a:latin typeface="Aptos"/>
              </a:rPr>
              <a:t>Complete the core slides as you go. Each section also includes up to 2 optional evidence slides, so screenshots, charts and outputs can stay large and readable. Submit the matching Excel/code files at each checkpoint and collect raffle entries throughout the day.</a:t>
            </a:r>
          </a:p>
        </p:txBody>
      </p:sp>
      <p:sp>
        <p:nvSpPr>
          <p:cNvPr id="6" name="Shape 4"/>
          <p:cNvSpPr/>
          <p:nvPr/>
        </p:nvSpPr>
        <p:spPr>
          <a:xfrm>
            <a:off x="438912" y="4370832"/>
            <a:ext cx="192024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76072" y="44714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50" b="1">
                <a:solidFill>
                  <a:srgbClr val="FF7A00"/>
                </a:solidFill>
                <a:latin typeface="Aptos"/>
              </a:rPr>
              <a:t>MAXIMUM 15 SLIDES</a:t>
            </a:r>
          </a:p>
        </p:txBody>
      </p:sp>
      <p:sp>
        <p:nvSpPr>
          <p:cNvPr id="8" name="Shape 6"/>
          <p:cNvSpPr/>
          <p:nvPr/>
        </p:nvSpPr>
        <p:spPr>
          <a:xfrm>
            <a:off x="2514600" y="4370832"/>
            <a:ext cx="214884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651760" y="447141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50" b="1">
                <a:solidFill>
                  <a:srgbClr val="00D8D8"/>
                </a:solidFill>
                <a:latin typeface="Aptos"/>
              </a:rPr>
              <a:t>UP TO 2 EXTRA EVIDENCE SLIDES PER SECTION</a:t>
            </a:r>
          </a:p>
        </p:txBody>
      </p:sp>
      <p:sp>
        <p:nvSpPr>
          <p:cNvPr id="10" name="Shape 8"/>
          <p:cNvSpPr/>
          <p:nvPr/>
        </p:nvSpPr>
        <p:spPr>
          <a:xfrm>
            <a:off x="4800600" y="4370832"/>
            <a:ext cx="224028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937760" y="447141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850" b="1">
                <a:solidFill>
                  <a:srgbClr val="00D8D8"/>
                </a:solidFill>
                <a:latin typeface="Aptos"/>
              </a:rPr>
              <a:t>FULL IDs GO IN EXCEL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5074920"/>
            <a:ext cx="2148840" cy="84124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66928" y="5193792"/>
            <a:ext cx="347472" cy="347472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66928" y="529437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1024128" y="5148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1024128" y="5404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manually</a:t>
            </a:r>
            <a:endParaRPr lang="en-US" sz="980"/>
          </a:p>
        </p:txBody>
      </p:sp>
      <p:sp>
        <p:nvSpPr>
          <p:cNvPr id="17" name="Shape 15"/>
          <p:cNvSpPr/>
          <p:nvPr/>
        </p:nvSpPr>
        <p:spPr>
          <a:xfrm>
            <a:off x="2724912" y="5074920"/>
            <a:ext cx="2148840" cy="841248"/>
          </a:xfrm>
          <a:prstGeom prst="roundRect">
            <a:avLst/>
          </a:prstGeom>
          <a:solidFill>
            <a:srgbClr val="152329"/>
          </a:solidFill>
          <a:ln w="1524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834640" y="5193792"/>
            <a:ext cx="347472" cy="347472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834640" y="529437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3291840" y="5148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3291840" y="5404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detector</a:t>
            </a:r>
            <a:endParaRPr lang="en-US" sz="980"/>
          </a:p>
        </p:txBody>
      </p:sp>
      <p:sp>
        <p:nvSpPr>
          <p:cNvPr id="22" name="Shape 20"/>
          <p:cNvSpPr/>
          <p:nvPr/>
        </p:nvSpPr>
        <p:spPr>
          <a:xfrm>
            <a:off x="4992624" y="5074920"/>
            <a:ext cx="2148840" cy="84124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102352" y="5193792"/>
            <a:ext cx="347472" cy="347472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102352" y="529437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5559552" y="5148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5559552" y="5404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on 10% test data</a:t>
            </a:r>
            <a:endParaRPr lang="en-US" sz="980"/>
          </a:p>
        </p:txBody>
      </p:sp>
      <p:sp>
        <p:nvSpPr>
          <p:cNvPr id="27" name="Shape 25"/>
          <p:cNvSpPr/>
          <p:nvPr/>
        </p:nvSpPr>
        <p:spPr>
          <a:xfrm>
            <a:off x="7260336" y="5074920"/>
            <a:ext cx="2148840" cy="841248"/>
          </a:xfrm>
          <a:prstGeom prst="roundRect">
            <a:avLst/>
          </a:prstGeom>
          <a:solidFill>
            <a:srgbClr val="152329"/>
          </a:solidFill>
          <a:ln w="1524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370064" y="5193792"/>
            <a:ext cx="347472" cy="347472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370064" y="529437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7827264" y="5148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300"/>
          </a:p>
        </p:txBody>
      </p:sp>
      <p:sp>
        <p:nvSpPr>
          <p:cNvPr id="31" name="Text 29"/>
          <p:cNvSpPr/>
          <p:nvPr/>
        </p:nvSpPr>
        <p:spPr>
          <a:xfrm>
            <a:off x="7827264" y="5404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early signs in 10%</a:t>
            </a:r>
            <a:endParaRPr lang="en-US" sz="980"/>
          </a:p>
        </p:txBody>
      </p:sp>
      <p:sp>
        <p:nvSpPr>
          <p:cNvPr id="32" name="Shape 30"/>
          <p:cNvSpPr/>
          <p:nvPr/>
        </p:nvSpPr>
        <p:spPr>
          <a:xfrm>
            <a:off x="9528048" y="5074920"/>
            <a:ext cx="2148840" cy="84124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9637776" y="5193792"/>
            <a:ext cx="347472" cy="347472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9637776" y="529437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10094976" y="5148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</a:t>
            </a:r>
            <a:endParaRPr lang="en-US" sz="1300"/>
          </a:p>
        </p:txBody>
      </p:sp>
      <p:sp>
        <p:nvSpPr>
          <p:cNvPr id="36" name="Text 34"/>
          <p:cNvSpPr/>
          <p:nvPr/>
        </p:nvSpPr>
        <p:spPr>
          <a:xfrm>
            <a:off x="10094976" y="54041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93A8AE"/>
                </a:solidFill>
                <a:latin typeface="Aptos" pitchFamily="34" charset="0"/>
              </a:rPr>
              <a:t>Best work</a:t>
            </a:r>
            <a:endParaRPr lang="en-US" sz="980"/>
          </a:p>
        </p:txBody>
      </p:sp>
      <p:sp>
        <p:nvSpPr>
          <p:cNvPr id="37" name="Shape 35"/>
          <p:cNvSpPr/>
          <p:nvPr/>
        </p:nvSpPr>
        <p:spPr>
          <a:xfrm rot="19800000">
            <a:off x="10087661" y="1325880"/>
            <a:ext cx="392278" cy="362102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 rot="1800000">
            <a:off x="11053267" y="1325880"/>
            <a:ext cx="392278" cy="362102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9966960" y="1476756"/>
            <a:ext cx="1584198" cy="1327709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10268712" y="1838858"/>
            <a:ext cx="362102" cy="392278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10872216" y="1838858"/>
            <a:ext cx="362102" cy="392278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10404500" y="1959559"/>
            <a:ext cx="120701" cy="150876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11008004" y="1959559"/>
            <a:ext cx="120701" cy="150876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10525201" y="2200961"/>
            <a:ext cx="497891" cy="256489"/>
          </a:xfrm>
          <a:prstGeom prst="arc">
            <a:avLst/>
          </a:prstGeom>
          <a:solidFill>
            <a:srgbClr val="00D8D8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7452360" y="2593238"/>
            <a:ext cx="4160520" cy="2152498"/>
          </a:xfrm>
          <a:prstGeom prst="rect">
            <a:avLst/>
          </a:prstGeom>
          <a:solidFill>
            <a:srgbClr val="0E171B"/>
          </a:solidFill>
          <a:ln w="12700">
            <a:solidFill>
              <a:srgbClr val="2234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7635240" y="26334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TEAM DETAILS</a:t>
            </a:r>
            <a:endParaRPr lang="en-US" sz="1300"/>
          </a:p>
        </p:txBody>
      </p:sp>
      <p:sp>
        <p:nvSpPr>
          <p:cNvPr id="47" name="Text 45"/>
          <p:cNvSpPr/>
          <p:nvPr/>
        </p:nvSpPr>
        <p:spPr>
          <a:xfrm>
            <a:off x="7543800" y="2926080"/>
            <a:ext cx="3703320" cy="1417320"/>
          </a:xfrm>
          <a:prstGeom prst="rect">
            <a:avLst/>
          </a:prstGeom>
          <a:noFill/>
          <a:ln/>
        </p:spPr>
        <p:txBody>
          <a:bodyPr wrap="square" rIns="0" bIns="0" rtlCol="0" anchor="ctr"/>
          <a:lstStyle/>
          <a:p>
            <a:pPr marL="0" indent="0">
              <a:buNone/>
            </a:pPr>
            <a:r>
              <a:rPr sz="1000">
                <a:solidFill>
                  <a:srgbClr val="F5F7F7"/>
                </a:solidFill>
                <a:latin typeface="Aptos"/>
              </a:rPr>
              <a:t>Team name / number:</a:t>
            </a:r>
            <a:br>
              <a:rPr/>
            </a:br>
            <a:r>
              <a:rPr sz="1000">
                <a:solidFill>
                  <a:srgbClr val="F5F7F7"/>
                </a:solidFill>
                <a:latin typeface="Aptos"/>
              </a:rPr>
              <a:t>________________________________</a:t>
            </a:r>
            <a:br>
              <a:rPr/>
            </a:br>
            <a:br>
              <a:rPr/>
            </a:br>
            <a:r>
              <a:rPr sz="1000">
                <a:solidFill>
                  <a:srgbClr val="F5F7F7"/>
                </a:solidFill>
                <a:latin typeface="Aptos"/>
              </a:rPr>
              <a:t>Team members:</a:t>
            </a:r>
            <a:br>
              <a:rPr/>
            </a:br>
            <a:r>
              <a:rPr sz="1000">
                <a:solidFill>
                  <a:srgbClr val="F5F7F7"/>
                </a:solidFill>
                <a:latin typeface="Aptos"/>
              </a:rPr>
              <a:t>• __________________________________</a:t>
            </a:r>
            <a:br>
              <a:rPr/>
            </a:br>
            <a:r>
              <a:rPr sz="1000">
                <a:solidFill>
                  <a:srgbClr val="F5F7F7"/>
                </a:solidFill>
                <a:latin typeface="Aptos"/>
              </a:rPr>
              <a:t>• __________________________________</a:t>
            </a:r>
            <a:br>
              <a:rPr/>
            </a:br>
            <a:r>
              <a:rPr sz="1000">
                <a:solidFill>
                  <a:srgbClr val="F5F7F7"/>
                </a:solidFill>
                <a:latin typeface="Aptos"/>
              </a:rPr>
              <a:t>• __________________________________</a:t>
            </a:r>
            <a:br>
              <a:rPr/>
            </a:br>
            <a:r>
              <a:rPr sz="1000">
                <a:solidFill>
                  <a:srgbClr val="F5F7F7"/>
                </a:solidFill>
                <a:latin typeface="Aptos"/>
              </a:rPr>
              <a:t>• __________________________________</a:t>
            </a:r>
            <a:endParaRPr lang="en-US" sz="112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675120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20"/>
          </a:p>
        </p:txBody>
      </p:sp>
      <p:sp>
        <p:nvSpPr>
          <p:cNvPr id="4" name="Shape 2"/>
          <p:cNvSpPr/>
          <p:nvPr/>
        </p:nvSpPr>
        <p:spPr>
          <a:xfrm>
            <a:off x="7662672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62672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20"/>
          </a:p>
        </p:txBody>
      </p:sp>
      <p:sp>
        <p:nvSpPr>
          <p:cNvPr id="6" name="Shape 4"/>
          <p:cNvSpPr/>
          <p:nvPr/>
        </p:nvSpPr>
        <p:spPr>
          <a:xfrm>
            <a:off x="8650224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50224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20"/>
          </a:p>
        </p:txBody>
      </p:sp>
      <p:sp>
        <p:nvSpPr>
          <p:cNvPr id="8" name="Shape 6"/>
          <p:cNvSpPr/>
          <p:nvPr/>
        </p:nvSpPr>
        <p:spPr>
          <a:xfrm>
            <a:off x="9637776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37776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920"/>
          </a:p>
        </p:txBody>
      </p:sp>
      <p:sp>
        <p:nvSpPr>
          <p:cNvPr id="10" name="Shape 8"/>
          <p:cNvSpPr/>
          <p:nvPr/>
        </p:nvSpPr>
        <p:spPr>
          <a:xfrm>
            <a:off x="10625328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25328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1">
                <a:solidFill>
                  <a:srgbClr val="FF7A00"/>
                </a:solidFill>
                <a:latin typeface="Arial"/>
              </a:rPr>
              <a:t>SECTION 1 — HUNT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F5F7F7"/>
                </a:solidFill>
                <a:latin typeface="Arial Black"/>
              </a:rPr>
              <a:t>HUNT — How did you find the monsters?</a:t>
            </a:r>
            <a:endParaRPr lang="en-US" sz="2900"/>
          </a:p>
        </p:txBody>
      </p:sp>
      <p:sp>
        <p:nvSpPr>
          <p:cNvPr id="14" name="Text 1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Explore the 80% </a:t>
            </a:r>
            <a:r>
              <a:rPr lang="en-GB" sz="1100">
                <a:solidFill>
                  <a:srgbClr val="A7B4B8"/>
                </a:solidFill>
                <a:latin typeface="Aptos"/>
              </a:rPr>
              <a:t>training</a:t>
            </a:r>
            <a:r>
              <a:rPr sz="1100">
                <a:solidFill>
                  <a:srgbClr val="A7B4B8"/>
                </a:solidFill>
                <a:latin typeface="Aptos"/>
              </a:rPr>
              <a:t> dataset manually. Use this slide for your approach and summary; use the next two slides if you need more room for screenshots or charts.</a:t>
            </a:r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886200" cy="150876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084832"/>
            <a:ext cx="54864" cy="150876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12848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Our approach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538728" cy="52806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did you explore the data? What did you look at first? Which variables, patterns or views helped?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640080" y="3154680"/>
            <a:ext cx="3538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kern="0" spc="70">
                <a:solidFill>
                  <a:srgbClr val="FF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CONTENT HERE</a:t>
            </a:r>
            <a:endParaRPr lang="en-US" sz="980"/>
          </a:p>
        </p:txBody>
      </p:sp>
      <p:sp>
        <p:nvSpPr>
          <p:cNvPr id="20" name="Shape 18"/>
          <p:cNvSpPr/>
          <p:nvPr/>
        </p:nvSpPr>
        <p:spPr>
          <a:xfrm>
            <a:off x="457200" y="3776472"/>
            <a:ext cx="3886200" cy="187452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3776472"/>
            <a:ext cx="54864" cy="1874520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" y="3904488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gave them away?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640080" y="4233672"/>
            <a:ext cx="353872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the behaviours, anomalies or patterns that made you think a student was a particular monster.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640080" y="5212080"/>
            <a:ext cx="3538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kern="0" spc="70">
                <a:solidFill>
                  <a:srgbClr val="00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SHORT EXAMPLES / VISUALS</a:t>
            </a:r>
            <a:endParaRPr lang="en-US" sz="980"/>
          </a:p>
        </p:txBody>
      </p:sp>
      <p:sp>
        <p:nvSpPr>
          <p:cNvPr id="25" name="Shape 23"/>
          <p:cNvSpPr/>
          <p:nvPr/>
        </p:nvSpPr>
        <p:spPr>
          <a:xfrm>
            <a:off x="4553712" y="2084832"/>
            <a:ext cx="3749040" cy="356616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553712" y="2084832"/>
            <a:ext cx="54864" cy="3566160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736592" y="221284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did we find?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4736592" y="2542032"/>
            <a:ext cx="340156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Summarise the monster types you found. Use counts, a small chart or 1–3 strong examples. Do not list every PID here — put the full list in the HUNT Excel template.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4736592" y="5212080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kern="0" spc="70">
                <a:solidFill>
                  <a:srgbClr val="00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SUMMARY + EVIDENCE</a:t>
            </a:r>
            <a:endParaRPr lang="en-US" sz="980"/>
          </a:p>
        </p:txBody>
      </p:sp>
      <p:sp>
        <p:nvSpPr>
          <p:cNvPr id="30" name="Shape 28"/>
          <p:cNvSpPr/>
          <p:nvPr/>
        </p:nvSpPr>
        <p:spPr>
          <a:xfrm>
            <a:off x="8641080" y="2011680"/>
            <a:ext cx="3063240" cy="3886200"/>
          </a:xfrm>
          <a:prstGeom prst="roundRect">
            <a:avLst/>
          </a:prstGeom>
          <a:solidFill>
            <a:srgbClr val="10191E"/>
          </a:solidFill>
          <a:ln w="1905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805672" y="2157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🎟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9171432" y="214884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HUNT RAFFLE CHECK</a:t>
            </a:r>
            <a:endParaRPr lang="en-US" sz="1330"/>
          </a:p>
        </p:txBody>
      </p:sp>
      <p:sp>
        <p:nvSpPr>
          <p:cNvPr id="33" name="Shape 31"/>
          <p:cNvSpPr/>
          <p:nvPr/>
        </p:nvSpPr>
        <p:spPr>
          <a:xfrm>
            <a:off x="8842248" y="2606040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842248" y="2642616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5" name="Text 33"/>
          <p:cNvSpPr/>
          <p:nvPr/>
        </p:nvSpPr>
        <p:spPr>
          <a:xfrm>
            <a:off x="9171432" y="2578608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F5F7F7"/>
                </a:solidFill>
                <a:latin typeface="Aptos"/>
              </a:rPr>
              <a:t>HUNT slide(s) completed</a:t>
            </a:r>
            <a:endParaRPr lang="en-US" sz="112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D10BC06-253E-6D66-331D-F07FF909ABB4}"/>
              </a:ext>
            </a:extLst>
          </p:cNvPr>
          <p:cNvGrpSpPr/>
          <p:nvPr/>
        </p:nvGrpSpPr>
        <p:grpSpPr>
          <a:xfrm>
            <a:off x="8842248" y="3273552"/>
            <a:ext cx="228600" cy="228600"/>
            <a:chOff x="8842248" y="3273552"/>
            <a:chExt cx="228600" cy="228600"/>
          </a:xfrm>
        </p:grpSpPr>
        <p:sp>
          <p:nvSpPr>
            <p:cNvPr id="36" name="Shape 34"/>
            <p:cNvSpPr/>
            <p:nvPr/>
          </p:nvSpPr>
          <p:spPr>
            <a:xfrm>
              <a:off x="8842248" y="3273552"/>
              <a:ext cx="228600" cy="228600"/>
            </a:xfrm>
            <a:prstGeom prst="ellipse">
              <a:avLst/>
            </a:prstGeom>
            <a:solidFill>
              <a:srgbClr val="00D8D8"/>
            </a:solidFill>
            <a:ln w="12700">
              <a:solidFill>
                <a:srgbClr val="00D8D8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Text 35"/>
            <p:cNvSpPr/>
            <p:nvPr/>
          </p:nvSpPr>
          <p:spPr>
            <a:xfrm>
              <a:off x="8842248" y="3310128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850"/>
            </a:p>
          </p:txBody>
        </p:sp>
      </p:grpSp>
      <p:sp>
        <p:nvSpPr>
          <p:cNvPr id="38" name="Text 36"/>
          <p:cNvSpPr/>
          <p:nvPr/>
        </p:nvSpPr>
        <p:spPr>
          <a:xfrm>
            <a:off x="9171432" y="3246120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F5F7F7"/>
                </a:solidFill>
                <a:latin typeface="Aptos"/>
              </a:rPr>
              <a:t>HUNT Excel IDs submitted</a:t>
            </a:r>
            <a:endParaRPr lang="en-US" sz="1120"/>
          </a:p>
        </p:txBody>
      </p:sp>
      <p:sp>
        <p:nvSpPr>
          <p:cNvPr id="41" name="Text 39"/>
          <p:cNvSpPr/>
          <p:nvPr/>
        </p:nvSpPr>
        <p:spPr>
          <a:xfrm>
            <a:off x="9171432" y="3913632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All monsters correctly identified  +1 BONUS</a:t>
            </a:r>
            <a:endParaRPr lang="en-US" sz="112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2</a:t>
            </a:r>
          </a:p>
        </p:txBody>
      </p:sp>
      <p:sp>
        <p:nvSpPr>
          <p:cNvPr id="44" name="Text 40">
            <a:extLst>
              <a:ext uri="{FF2B5EF4-FFF2-40B4-BE49-F238E27FC236}">
                <a16:creationId xmlns:a16="http://schemas.microsoft.com/office/drawing/2014/main" id="{5C443604-6245-FE79-848C-A6C0DDE168D0}"/>
              </a:ext>
            </a:extLst>
          </p:cNvPr>
          <p:cNvSpPr/>
          <p:nvPr/>
        </p:nvSpPr>
        <p:spPr>
          <a:xfrm>
            <a:off x="8842248" y="429768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i="1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HUNT Excel template for the full PID + monster type list.</a:t>
            </a:r>
            <a:endParaRPr lang="en-US" sz="99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C54C57A-E0D9-7B5C-70DA-20817EA2112E}"/>
              </a:ext>
            </a:extLst>
          </p:cNvPr>
          <p:cNvGrpSpPr/>
          <p:nvPr/>
        </p:nvGrpSpPr>
        <p:grpSpPr>
          <a:xfrm>
            <a:off x="8851392" y="3927348"/>
            <a:ext cx="228600" cy="228600"/>
            <a:chOff x="8842248" y="3273552"/>
            <a:chExt cx="228600" cy="228600"/>
          </a:xfrm>
        </p:grpSpPr>
        <p:sp>
          <p:nvSpPr>
            <p:cNvPr id="58" name="Shape 34">
              <a:extLst>
                <a:ext uri="{FF2B5EF4-FFF2-40B4-BE49-F238E27FC236}">
                  <a16:creationId xmlns:a16="http://schemas.microsoft.com/office/drawing/2014/main" id="{1B0632D0-7526-2351-8559-B1854BDD4AD8}"/>
                </a:ext>
              </a:extLst>
            </p:cNvPr>
            <p:cNvSpPr/>
            <p:nvPr/>
          </p:nvSpPr>
          <p:spPr>
            <a:xfrm>
              <a:off x="8842248" y="3273552"/>
              <a:ext cx="228600" cy="228600"/>
            </a:xfrm>
            <a:prstGeom prst="ellipse">
              <a:avLst/>
            </a:prstGeom>
            <a:solidFill>
              <a:srgbClr val="00D8D8"/>
            </a:solidFill>
            <a:ln w="12700">
              <a:solidFill>
                <a:srgbClr val="00D8D8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Text 35">
              <a:extLst>
                <a:ext uri="{FF2B5EF4-FFF2-40B4-BE49-F238E27FC236}">
                  <a16:creationId xmlns:a16="http://schemas.microsoft.com/office/drawing/2014/main" id="{9FE75A08-77E0-FA4F-8D8F-5E81114DBCBC}"/>
                </a:ext>
              </a:extLst>
            </p:cNvPr>
            <p:cNvSpPr/>
            <p:nvPr/>
          </p:nvSpPr>
          <p:spPr>
            <a:xfrm>
              <a:off x="8842248" y="3310128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850"/>
            </a:p>
          </p:txBody>
        </p:sp>
      </p:grpSp>
      <p:sp>
        <p:nvSpPr>
          <p:cNvPr id="61" name="Text 47">
            <a:extLst>
              <a:ext uri="{FF2B5EF4-FFF2-40B4-BE49-F238E27FC236}">
                <a16:creationId xmlns:a16="http://schemas.microsoft.com/office/drawing/2014/main" id="{D5153D26-ACD5-A682-34A3-9A75E7608E55}"/>
              </a:ext>
            </a:extLst>
          </p:cNvPr>
          <p:cNvSpPr/>
          <p:nvPr/>
        </p:nvSpPr>
        <p:spPr>
          <a:xfrm>
            <a:off x="8915400" y="586023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900" b="1">
                <a:solidFill>
                  <a:srgbClr val="A7B4B8"/>
                </a:solidFill>
                <a:latin typeface="Aptos"/>
              </a:rPr>
              <a:t>Both</a:t>
            </a:r>
            <a:r>
              <a:rPr sz="900" b="1">
                <a:solidFill>
                  <a:srgbClr val="A7B4B8"/>
                </a:solidFill>
                <a:latin typeface="Aptos"/>
              </a:rPr>
              <a:t> completed </a:t>
            </a:r>
            <a:r>
              <a:rPr lang="en-GB" sz="900" b="1">
                <a:solidFill>
                  <a:srgbClr val="A7B4B8"/>
                </a:solidFill>
                <a:latin typeface="Aptos"/>
              </a:rPr>
              <a:t>&amp; monsters correct </a:t>
            </a:r>
            <a:r>
              <a:rPr sz="900" b="1">
                <a:solidFill>
                  <a:srgbClr val="A7B4B8"/>
                </a:solidFill>
                <a:latin typeface="Aptos"/>
              </a:rPr>
              <a:t>= 3 raffle entries</a:t>
            </a:r>
            <a:endParaRPr lang="en-US" sz="102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0D8D8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675120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20"/>
          </a:p>
        </p:txBody>
      </p:sp>
      <p:sp>
        <p:nvSpPr>
          <p:cNvPr id="4" name="Shape 2"/>
          <p:cNvSpPr/>
          <p:nvPr/>
        </p:nvSpPr>
        <p:spPr>
          <a:xfrm>
            <a:off x="7662672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62672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20"/>
          </a:p>
        </p:txBody>
      </p:sp>
      <p:sp>
        <p:nvSpPr>
          <p:cNvPr id="6" name="Shape 4"/>
          <p:cNvSpPr/>
          <p:nvPr/>
        </p:nvSpPr>
        <p:spPr>
          <a:xfrm>
            <a:off x="8650224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50224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20"/>
          </a:p>
        </p:txBody>
      </p:sp>
      <p:sp>
        <p:nvSpPr>
          <p:cNvPr id="8" name="Shape 6"/>
          <p:cNvSpPr/>
          <p:nvPr/>
        </p:nvSpPr>
        <p:spPr>
          <a:xfrm>
            <a:off x="9637776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37776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920"/>
          </a:p>
        </p:txBody>
      </p:sp>
      <p:sp>
        <p:nvSpPr>
          <p:cNvPr id="10" name="Shape 8"/>
          <p:cNvSpPr/>
          <p:nvPr/>
        </p:nvSpPr>
        <p:spPr>
          <a:xfrm>
            <a:off x="10625328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25328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 b="1">
                <a:solidFill>
                  <a:srgbClr val="FF7A00"/>
                </a:solidFill>
                <a:latin typeface="Arial"/>
              </a:rPr>
              <a:t>SECTION 1 — HUNT (OPTIONAL EVIDENCE 1 OF 2)</a:t>
            </a:r>
          </a:p>
        </p:txBody>
      </p:sp>
      <p:sp>
        <p:nvSpPr>
          <p:cNvPr id="13" name="Text 1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F5F7F7"/>
                </a:solidFill>
                <a:latin typeface="Arial Black"/>
              </a:rPr>
              <a:t>HUNT — Show us the evidence</a:t>
            </a:r>
            <a:endParaRPr lang="en-US" sz="2900"/>
          </a:p>
        </p:txBody>
      </p:sp>
      <p:sp>
        <p:nvSpPr>
          <p:cNvPr id="14" name="Text 1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Use this optional HUNT slide if your screenshots, charts or examples need more space. </a:t>
            </a:r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794760" cy="157276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084832"/>
            <a:ext cx="54864" cy="1572768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12848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1. Strongest example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447288" cy="5504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Show one clear example that helped you identify a monster. A large screenshot or chart is absolutely fine.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640080" y="3218688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LARGE SCREENSHOT / CHART HERE</a:t>
            </a:r>
            <a:endParaRPr lang="en-US" sz="98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3794760" cy="17830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54864" cy="1783080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" y="3968496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2. More evidence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640080" y="4297680"/>
            <a:ext cx="34472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Add another useful example, comparison or visual if it helps explain your HUNT approach.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640080" y="5184648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SECOND VISUAL / NOTES</a:t>
            </a:r>
            <a:endParaRPr lang="en-US" sz="980"/>
          </a:p>
        </p:txBody>
      </p:sp>
      <p:sp>
        <p:nvSpPr>
          <p:cNvPr id="25" name="Shape 23"/>
          <p:cNvSpPr/>
          <p:nvPr/>
        </p:nvSpPr>
        <p:spPr>
          <a:xfrm>
            <a:off x="4498848" y="2084832"/>
            <a:ext cx="3813048" cy="353872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498848" y="2084832"/>
            <a:ext cx="54864" cy="353872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681728" y="2212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Keep the full PID list in Excel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4681728" y="2542032"/>
            <a:ext cx="346557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This slide is for evidence, not long lists. Your HUNT workbook is the complete record of the monster IDs your team identified.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4681728" y="5184648"/>
            <a:ext cx="3465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USE SPACE FOR A LARGE VISUAL IF NEEDED</a:t>
            </a:r>
            <a:endParaRPr lang="en-US" sz="980"/>
          </a:p>
        </p:txBody>
      </p:sp>
      <p:sp>
        <p:nvSpPr>
          <p:cNvPr id="30" name="Shape 28"/>
          <p:cNvSpPr/>
          <p:nvPr/>
        </p:nvSpPr>
        <p:spPr>
          <a:xfrm>
            <a:off x="8641080" y="2011680"/>
            <a:ext cx="3063240" cy="3886200"/>
          </a:xfrm>
          <a:prstGeom prst="roundRect">
            <a:avLst/>
          </a:prstGeom>
          <a:solidFill>
            <a:srgbClr val="10191E"/>
          </a:solidFill>
          <a:ln w="1905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805672" y="2157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🎟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9171432" y="214884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000" b="1">
                <a:solidFill>
                  <a:srgbClr val="FF7A00"/>
                </a:solidFill>
                <a:latin typeface="Arial"/>
              </a:rPr>
              <a:t>OPTIONAL EVIDENCE 1 OF 2</a:t>
            </a:r>
          </a:p>
        </p:txBody>
      </p:sp>
      <p:sp>
        <p:nvSpPr>
          <p:cNvPr id="35" name="Text 33"/>
          <p:cNvSpPr/>
          <p:nvPr/>
        </p:nvSpPr>
        <p:spPr>
          <a:xfrm>
            <a:off x="9171432" y="2578608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>
                <a:solidFill>
                  <a:srgbClr val="F5F7F7"/>
                </a:solidFill>
                <a:latin typeface="Aptos"/>
              </a:rPr>
              <a:t>No extra raffle entry for using an evidence slide</a:t>
            </a:r>
          </a:p>
        </p:txBody>
      </p:sp>
      <p:sp>
        <p:nvSpPr>
          <p:cNvPr id="37" name="Text 35"/>
          <p:cNvSpPr/>
          <p:nvPr/>
        </p:nvSpPr>
        <p:spPr>
          <a:xfrm>
            <a:off x="8842248" y="331012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8" name="Text 36"/>
          <p:cNvSpPr/>
          <p:nvPr/>
        </p:nvSpPr>
        <p:spPr>
          <a:xfrm>
            <a:off x="9171432" y="3246120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>
                <a:solidFill>
                  <a:srgbClr val="F5F7F7"/>
                </a:solidFill>
                <a:latin typeface="Aptos"/>
              </a:rPr>
              <a:t>Use it only when it makes your evidence clearer</a:t>
            </a:r>
          </a:p>
        </p:txBody>
      </p:sp>
      <p:sp>
        <p:nvSpPr>
          <p:cNvPr id="39" name="Text 37"/>
          <p:cNvSpPr/>
          <p:nvPr/>
        </p:nvSpPr>
        <p:spPr>
          <a:xfrm>
            <a:off x="8842248" y="41605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80" i="1">
                <a:solidFill>
                  <a:srgbClr val="93A8AE"/>
                </a:solidFill>
                <a:latin typeface="Aptos"/>
              </a:rPr>
              <a:t>Keep the evidence large and readable. The full PID list still belongs in the HUNT Excel submission.</a:t>
            </a:r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3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94E29DC-686F-1399-ADD2-A729B5C1566D}"/>
              </a:ext>
            </a:extLst>
          </p:cNvPr>
          <p:cNvGrpSpPr/>
          <p:nvPr/>
        </p:nvGrpSpPr>
        <p:grpSpPr>
          <a:xfrm>
            <a:off x="8805672" y="4921444"/>
            <a:ext cx="2898648" cy="546668"/>
            <a:chOff x="7571232" y="2441448"/>
            <a:chExt cx="3465576" cy="438912"/>
          </a:xfrm>
        </p:grpSpPr>
        <p:sp>
          <p:nvSpPr>
            <p:cNvPr id="42" name="Shape 14">
              <a:extLst>
                <a:ext uri="{FF2B5EF4-FFF2-40B4-BE49-F238E27FC236}">
                  <a16:creationId xmlns:a16="http://schemas.microsoft.com/office/drawing/2014/main" id="{2282F8AB-4050-E53A-F450-079C4081999F}"/>
                </a:ext>
              </a:extLst>
            </p:cNvPr>
            <p:cNvSpPr/>
            <p:nvPr/>
          </p:nvSpPr>
          <p:spPr>
            <a:xfrm>
              <a:off x="7571232" y="2441448"/>
              <a:ext cx="3246120" cy="438912"/>
            </a:xfrm>
            <a:prstGeom prst="roundRect">
              <a:avLst/>
            </a:prstGeom>
            <a:solidFill>
              <a:srgbClr val="0F1A1E"/>
            </a:solidFill>
            <a:ln w="15240">
              <a:solidFill>
                <a:srgbClr val="FF7A00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Text 15">
              <a:extLst>
                <a:ext uri="{FF2B5EF4-FFF2-40B4-BE49-F238E27FC236}">
                  <a16:creationId xmlns:a16="http://schemas.microsoft.com/office/drawing/2014/main" id="{2A3D4664-02FF-01A3-6C82-EFFEF0E26CFB}"/>
                </a:ext>
              </a:extLst>
            </p:cNvPr>
            <p:cNvSpPr/>
            <p:nvPr/>
          </p:nvSpPr>
          <p:spPr>
            <a:xfrm>
              <a:off x="7708392" y="2542032"/>
              <a:ext cx="3328416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sz="950" b="1">
                  <a:solidFill>
                    <a:srgbClr val="FF7A00"/>
                  </a:solidFill>
                  <a:latin typeface="Aptos"/>
                </a:rPr>
                <a:t>OPTIONAL EVIDENCE </a:t>
              </a:r>
              <a:r>
                <a:rPr lang="en-GB" sz="950" b="1">
                  <a:solidFill>
                    <a:srgbClr val="FF7A00"/>
                  </a:solidFill>
                  <a:latin typeface="Aptos"/>
                </a:rPr>
                <a:t>1</a:t>
              </a:r>
              <a:r>
                <a:rPr sz="950" b="1">
                  <a:solidFill>
                    <a:srgbClr val="FF7A00"/>
                  </a:solidFill>
                  <a:latin typeface="Aptos"/>
                </a:rPr>
                <a:t> OF 2 — DELETE IF NOT NEEDED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4316844-861F-4409-7B27-AA3E521B0C69}"/>
              </a:ext>
            </a:extLst>
          </p:cNvPr>
          <p:cNvGrpSpPr/>
          <p:nvPr/>
        </p:nvGrpSpPr>
        <p:grpSpPr>
          <a:xfrm>
            <a:off x="8828532" y="2596896"/>
            <a:ext cx="228600" cy="228600"/>
            <a:chOff x="8842248" y="3941064"/>
            <a:chExt cx="228600" cy="228600"/>
          </a:xfrm>
        </p:grpSpPr>
        <p:sp>
          <p:nvSpPr>
            <p:cNvPr id="47" name="Shape 37">
              <a:extLst>
                <a:ext uri="{FF2B5EF4-FFF2-40B4-BE49-F238E27FC236}">
                  <a16:creationId xmlns:a16="http://schemas.microsoft.com/office/drawing/2014/main" id="{44E68BAA-8A03-CC7A-901A-C85E91053ABF}"/>
                </a:ext>
              </a:extLst>
            </p:cNvPr>
            <p:cNvSpPr/>
            <p:nvPr/>
          </p:nvSpPr>
          <p:spPr>
            <a:xfrm>
              <a:off x="8842248" y="3941064"/>
              <a:ext cx="228600" cy="228600"/>
            </a:xfrm>
            <a:prstGeom prst="ellipse">
              <a:avLst/>
            </a:prstGeom>
            <a:solidFill>
              <a:srgbClr val="FF7A00"/>
            </a:solidFill>
            <a:ln w="12700">
              <a:solidFill>
                <a:srgbClr val="FF7A00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Text 38">
              <a:extLst>
                <a:ext uri="{FF2B5EF4-FFF2-40B4-BE49-F238E27FC236}">
                  <a16:creationId xmlns:a16="http://schemas.microsoft.com/office/drawing/2014/main" id="{2659925F-B520-AB84-1913-DAA2174EE0D6}"/>
                </a:ext>
              </a:extLst>
            </p:cNvPr>
            <p:cNvSpPr/>
            <p:nvPr/>
          </p:nvSpPr>
          <p:spPr>
            <a:xfrm>
              <a:off x="8842248" y="3977640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</a:t>
              </a:r>
              <a:endParaRPr lang="en-US" sz="85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7959A04-79B9-981B-A3FA-E346B375EAB7}"/>
              </a:ext>
            </a:extLst>
          </p:cNvPr>
          <p:cNvGrpSpPr/>
          <p:nvPr/>
        </p:nvGrpSpPr>
        <p:grpSpPr>
          <a:xfrm>
            <a:off x="8837676" y="3257146"/>
            <a:ext cx="228600" cy="228600"/>
            <a:chOff x="8842248" y="3941064"/>
            <a:chExt cx="228600" cy="228600"/>
          </a:xfrm>
        </p:grpSpPr>
        <p:sp>
          <p:nvSpPr>
            <p:cNvPr id="50" name="Shape 37">
              <a:extLst>
                <a:ext uri="{FF2B5EF4-FFF2-40B4-BE49-F238E27FC236}">
                  <a16:creationId xmlns:a16="http://schemas.microsoft.com/office/drawing/2014/main" id="{CAD73F20-FA1E-875F-6556-A772BF23A92D}"/>
                </a:ext>
              </a:extLst>
            </p:cNvPr>
            <p:cNvSpPr/>
            <p:nvPr/>
          </p:nvSpPr>
          <p:spPr>
            <a:xfrm>
              <a:off x="8842248" y="3941064"/>
              <a:ext cx="228600" cy="228600"/>
            </a:xfrm>
            <a:prstGeom prst="ellipse">
              <a:avLst/>
            </a:prstGeom>
            <a:solidFill>
              <a:srgbClr val="FF7A00"/>
            </a:solidFill>
            <a:ln w="12700">
              <a:solidFill>
                <a:srgbClr val="FF7A00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Text 38">
              <a:extLst>
                <a:ext uri="{FF2B5EF4-FFF2-40B4-BE49-F238E27FC236}">
                  <a16:creationId xmlns:a16="http://schemas.microsoft.com/office/drawing/2014/main" id="{DBFD25B9-DCCF-DC76-C87E-5E380DA07545}"/>
                </a:ext>
              </a:extLst>
            </p:cNvPr>
            <p:cNvSpPr/>
            <p:nvPr/>
          </p:nvSpPr>
          <p:spPr>
            <a:xfrm>
              <a:off x="8842248" y="3977640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</a:t>
              </a:r>
              <a:endParaRPr lang="en-US" sz="85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1 — HUNT (OPTIONAL EVIDENCE 2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500" b="1">
                <a:solidFill>
                  <a:srgbClr val="F5F7F7"/>
                </a:solidFill>
                <a:latin typeface="Arial Black"/>
              </a:rPr>
              <a:t>HUNT — Extra evidence</a:t>
            </a:r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Use this optional slide only if you need more room for another important HUNT screenshot, chart, comparison or monster example.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2423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>
                <a:solidFill>
                  <a:srgbClr val="F5F7F7"/>
                </a:solidFill>
                <a:latin typeface="Aptos"/>
              </a:rPr>
              <a:t>This is extra evidence space. Keep the core HUNT explanation on the required slide(s), and use this page only when a larger visual helps us understand your approach.</a:t>
            </a:r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D8D8"/>
                </a:solidFill>
                <a:latin typeface="Arial"/>
              </a:rPr>
              <a:t>ADD OPTIONAL HUNT EVIDENCE HERE</a:t>
            </a:r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FF7A00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1">
                <a:solidFill>
                  <a:srgbClr val="FF7A00"/>
                </a:solidFill>
                <a:latin typeface="Aptos"/>
              </a:rPr>
              <a:t>OPTIONAL EVIDENCE 2 OF 2 — DELETE IF NOT NEEDED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675120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20"/>
          </a:p>
        </p:txBody>
      </p:sp>
      <p:sp>
        <p:nvSpPr>
          <p:cNvPr id="4" name="Shape 2"/>
          <p:cNvSpPr/>
          <p:nvPr/>
        </p:nvSpPr>
        <p:spPr>
          <a:xfrm>
            <a:off x="7662672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0D8D8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62672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20"/>
          </a:p>
        </p:txBody>
      </p:sp>
      <p:sp>
        <p:nvSpPr>
          <p:cNvPr id="6" name="Shape 4"/>
          <p:cNvSpPr/>
          <p:nvPr/>
        </p:nvSpPr>
        <p:spPr>
          <a:xfrm>
            <a:off x="8650224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50224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20"/>
          </a:p>
        </p:txBody>
      </p:sp>
      <p:sp>
        <p:nvSpPr>
          <p:cNvPr id="8" name="Shape 6"/>
          <p:cNvSpPr/>
          <p:nvPr/>
        </p:nvSpPr>
        <p:spPr>
          <a:xfrm>
            <a:off x="9637776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37776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920"/>
          </a:p>
        </p:txBody>
      </p:sp>
      <p:sp>
        <p:nvSpPr>
          <p:cNvPr id="10" name="Shape 8"/>
          <p:cNvSpPr/>
          <p:nvPr/>
        </p:nvSpPr>
        <p:spPr>
          <a:xfrm>
            <a:off x="10625328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25328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SECTION 2 — BUILD &amp; TEST (PART 1)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F5F7F7"/>
                </a:solidFill>
                <a:latin typeface="Arial Black"/>
              </a:rPr>
              <a:t>BUILD — Create your Monster Detector</a:t>
            </a:r>
            <a:endParaRPr lang="en-US" sz="2900"/>
          </a:p>
        </p:txBody>
      </p:sp>
      <p:sp>
        <p:nvSpPr>
          <p:cNvPr id="14" name="Text 1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Turn what you learned in HUNT into a working detector, then show us it running on the unseen </a:t>
            </a:r>
            <a:r>
              <a:rPr lang="en-GB" sz="1100">
                <a:solidFill>
                  <a:srgbClr val="A7B4B8"/>
                </a:solidFill>
                <a:latin typeface="Aptos"/>
              </a:rPr>
              <a:t>1</a:t>
            </a:r>
            <a:r>
              <a:rPr sz="1100">
                <a:solidFill>
                  <a:srgbClr val="A7B4B8"/>
                </a:solidFill>
                <a:latin typeface="Aptos"/>
              </a:rPr>
              <a:t>0% test data.</a:t>
            </a:r>
            <a:endParaRPr lang="en-US" sz="1450"/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794760" cy="1536192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084832"/>
            <a:ext cx="54864" cy="1536192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12848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1. What did we build?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447288" cy="53766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Briefly describe your model, rules, workflow or technical approach. Keep it understandable to a non-expert.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640080" y="3182112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SHORT MODEL SUMMARY</a:t>
            </a:r>
            <a:endParaRPr lang="en-US" sz="980"/>
          </a:p>
        </p:txBody>
      </p:sp>
      <p:sp>
        <p:nvSpPr>
          <p:cNvPr id="20" name="Shape 18"/>
          <p:cNvSpPr/>
          <p:nvPr/>
        </p:nvSpPr>
        <p:spPr>
          <a:xfrm>
            <a:off x="457200" y="3803904"/>
            <a:ext cx="3794760" cy="1810512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3803904"/>
            <a:ext cx="54864" cy="1810512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2. What signals does it use?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640080" y="4261104"/>
            <a:ext cx="34472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Which features, variables or behavioural patterns help the detector decide which monster it is seeing?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640080" y="5175504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LIST KEY FEATURES / LOGIC</a:t>
            </a:r>
            <a:endParaRPr lang="en-US" sz="980"/>
          </a:p>
        </p:txBody>
      </p:sp>
      <p:sp>
        <p:nvSpPr>
          <p:cNvPr id="25" name="Shape 23"/>
          <p:cNvSpPr/>
          <p:nvPr/>
        </p:nvSpPr>
        <p:spPr>
          <a:xfrm>
            <a:off x="4498848" y="2084832"/>
            <a:ext cx="3813048" cy="3529584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498848" y="2084832"/>
            <a:ext cx="54864" cy="3529584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681728" y="2212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3. Show it working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4681728" y="2542032"/>
            <a:ext cx="346557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Run your detector on the </a:t>
            </a:r>
            <a:r>
              <a:rPr lang="en-GB" sz="1050">
                <a:solidFill>
                  <a:srgbClr val="A7B4B8"/>
                </a:solidFill>
                <a:latin typeface="Aptos"/>
              </a:rPr>
              <a:t>1</a:t>
            </a:r>
            <a:r>
              <a:rPr sz="1050">
                <a:solidFill>
                  <a:srgbClr val="A7B4B8"/>
                </a:solidFill>
                <a:latin typeface="Aptos"/>
              </a:rPr>
              <a:t>0% unseen TEST data. Add a screenshot or output showing that it runs and produces a genuine result.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4681728" y="5175504"/>
            <a:ext cx="3465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SCREENSHOT / OUTPUT</a:t>
            </a:r>
            <a:endParaRPr lang="en-US" sz="980"/>
          </a:p>
        </p:txBody>
      </p:sp>
      <p:sp>
        <p:nvSpPr>
          <p:cNvPr id="30" name="Shape 28"/>
          <p:cNvSpPr/>
          <p:nvPr/>
        </p:nvSpPr>
        <p:spPr>
          <a:xfrm>
            <a:off x="8641080" y="2011680"/>
            <a:ext cx="3063240" cy="3886200"/>
          </a:xfrm>
          <a:prstGeom prst="roundRect">
            <a:avLst/>
          </a:prstGeom>
          <a:solidFill>
            <a:srgbClr val="10191E"/>
          </a:solidFill>
          <a:ln w="1905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805672" y="2157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🎟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9171432" y="214884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BUILD RAFFLE CHECK</a:t>
            </a:r>
            <a:endParaRPr lang="en-US" sz="1330"/>
          </a:p>
        </p:txBody>
      </p:sp>
      <p:sp>
        <p:nvSpPr>
          <p:cNvPr id="33" name="Shape 31"/>
          <p:cNvSpPr/>
          <p:nvPr/>
        </p:nvSpPr>
        <p:spPr>
          <a:xfrm>
            <a:off x="8842248" y="2606040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842248" y="2642616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5" name="Text 33"/>
          <p:cNvSpPr/>
          <p:nvPr/>
        </p:nvSpPr>
        <p:spPr>
          <a:xfrm>
            <a:off x="9171432" y="2578608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Working Monster Detector shown running on the </a:t>
            </a:r>
            <a:r>
              <a:rPr lang="en-GB" sz="950">
                <a:solidFill>
                  <a:srgbClr val="F5F7F7"/>
                </a:solidFill>
                <a:latin typeface="Aptos"/>
              </a:rPr>
              <a:t>1</a:t>
            </a:r>
            <a:r>
              <a:rPr sz="950">
                <a:solidFill>
                  <a:srgbClr val="F5F7F7"/>
                </a:solidFill>
                <a:latin typeface="Aptos"/>
              </a:rPr>
              <a:t>0% TEST data</a:t>
            </a:r>
            <a:r>
              <a:rPr lang="en-GB" sz="950">
                <a:solidFill>
                  <a:srgbClr val="F5F7F7"/>
                </a:solidFill>
                <a:latin typeface="Aptos"/>
              </a:rPr>
              <a:t> (call us over to show it to us live)</a:t>
            </a:r>
            <a:endParaRPr lang="en-US" sz="1120"/>
          </a:p>
        </p:txBody>
      </p:sp>
      <p:sp>
        <p:nvSpPr>
          <p:cNvPr id="36" name="Shape 34"/>
          <p:cNvSpPr/>
          <p:nvPr/>
        </p:nvSpPr>
        <p:spPr>
          <a:xfrm>
            <a:off x="8842248" y="3273552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842248" y="331012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8" name="Text 36"/>
          <p:cNvSpPr/>
          <p:nvPr/>
        </p:nvSpPr>
        <p:spPr>
          <a:xfrm>
            <a:off x="9171432" y="3246120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F5F7F7"/>
                </a:solidFill>
                <a:latin typeface="Aptos"/>
              </a:rPr>
              <a:t>Working code submitted</a:t>
            </a:r>
            <a:endParaRPr lang="en-US" sz="1120"/>
          </a:p>
        </p:txBody>
      </p:sp>
      <p:sp>
        <p:nvSpPr>
          <p:cNvPr id="39" name="Shape 37"/>
          <p:cNvSpPr/>
          <p:nvPr/>
        </p:nvSpPr>
        <p:spPr>
          <a:xfrm>
            <a:off x="8842248" y="3941064"/>
            <a:ext cx="228600" cy="22860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8842248" y="3977640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50" b="1">
                <a:solidFill>
                  <a:srgbClr val="071013"/>
                </a:solidFill>
                <a:latin typeface="Arial"/>
              </a:rPr>
              <a:t>→</a:t>
            </a:r>
          </a:p>
        </p:txBody>
      </p:sp>
      <p:sp>
        <p:nvSpPr>
          <p:cNvPr id="41" name="Text 39"/>
          <p:cNvSpPr/>
          <p:nvPr/>
        </p:nvSpPr>
        <p:spPr>
          <a:xfrm>
            <a:off x="9171432" y="3913632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20">
                <a:solidFill>
                  <a:srgbClr val="DCE7E9"/>
                </a:solidFill>
                <a:latin typeface="Aptos"/>
              </a:rPr>
              <a:t>TEST raffle checks continue on the next slide</a:t>
            </a:r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5</a:t>
            </a:r>
          </a:p>
        </p:txBody>
      </p:sp>
      <p:sp>
        <p:nvSpPr>
          <p:cNvPr id="45" name="Text 47">
            <a:extLst>
              <a:ext uri="{FF2B5EF4-FFF2-40B4-BE49-F238E27FC236}">
                <a16:creationId xmlns:a16="http://schemas.microsoft.com/office/drawing/2014/main" id="{8780E956-09B2-3315-A429-F7825D02DC2B}"/>
              </a:ext>
            </a:extLst>
          </p:cNvPr>
          <p:cNvSpPr/>
          <p:nvPr/>
        </p:nvSpPr>
        <p:spPr>
          <a:xfrm>
            <a:off x="8915400" y="586023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900" b="1">
                <a:solidFill>
                  <a:srgbClr val="A7B4B8"/>
                </a:solidFill>
                <a:latin typeface="Aptos"/>
              </a:rPr>
              <a:t>Both</a:t>
            </a:r>
            <a:r>
              <a:rPr sz="900" b="1">
                <a:solidFill>
                  <a:srgbClr val="A7B4B8"/>
                </a:solidFill>
                <a:latin typeface="Aptos"/>
              </a:rPr>
              <a:t> completed </a:t>
            </a:r>
            <a:r>
              <a:rPr lang="en-GB" sz="900" b="1">
                <a:solidFill>
                  <a:srgbClr val="A7B4B8"/>
                </a:solidFill>
                <a:latin typeface="Aptos"/>
              </a:rPr>
              <a:t> </a:t>
            </a:r>
            <a:r>
              <a:rPr sz="900" b="1">
                <a:solidFill>
                  <a:srgbClr val="A7B4B8"/>
                </a:solidFill>
                <a:latin typeface="Aptos"/>
              </a:rPr>
              <a:t>= </a:t>
            </a:r>
            <a:r>
              <a:rPr lang="en-GB" sz="900" b="1">
                <a:solidFill>
                  <a:srgbClr val="A7B4B8"/>
                </a:solidFill>
                <a:latin typeface="Aptos"/>
              </a:rPr>
              <a:t>2</a:t>
            </a:r>
            <a:r>
              <a:rPr sz="900" b="1">
                <a:solidFill>
                  <a:srgbClr val="A7B4B8"/>
                </a:solidFill>
                <a:latin typeface="Aptos"/>
              </a:rPr>
              <a:t> raffle entries</a:t>
            </a:r>
            <a:endParaRPr lang="en-US" sz="102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675120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20"/>
          </a:p>
        </p:txBody>
      </p:sp>
      <p:sp>
        <p:nvSpPr>
          <p:cNvPr id="4" name="Shape 2"/>
          <p:cNvSpPr/>
          <p:nvPr/>
        </p:nvSpPr>
        <p:spPr>
          <a:xfrm>
            <a:off x="7662672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62672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20"/>
          </a:p>
        </p:txBody>
      </p:sp>
      <p:sp>
        <p:nvSpPr>
          <p:cNvPr id="6" name="Shape 4"/>
          <p:cNvSpPr/>
          <p:nvPr/>
        </p:nvSpPr>
        <p:spPr>
          <a:xfrm>
            <a:off x="8650224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0D8D8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50224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20"/>
          </a:p>
        </p:txBody>
      </p:sp>
      <p:sp>
        <p:nvSpPr>
          <p:cNvPr id="8" name="Shape 6"/>
          <p:cNvSpPr/>
          <p:nvPr/>
        </p:nvSpPr>
        <p:spPr>
          <a:xfrm>
            <a:off x="9637776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37776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920"/>
          </a:p>
        </p:txBody>
      </p:sp>
      <p:sp>
        <p:nvSpPr>
          <p:cNvPr id="10" name="Shape 8"/>
          <p:cNvSpPr/>
          <p:nvPr/>
        </p:nvSpPr>
        <p:spPr>
          <a:xfrm>
            <a:off x="10625328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25328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SECTION 2 — BUILD &amp; TEST (PART 2)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F5F7F7"/>
                </a:solidFill>
                <a:latin typeface="Arial Black"/>
              </a:rPr>
              <a:t>TEST — What did your detector find?</a:t>
            </a:r>
            <a:endParaRPr lang="en-US" sz="2900"/>
          </a:p>
        </p:txBody>
      </p:sp>
      <p:sp>
        <p:nvSpPr>
          <p:cNvPr id="14" name="Text 1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Use this slide for the results from the unseen </a:t>
            </a:r>
            <a:r>
              <a:rPr lang="en-GB" sz="1100">
                <a:solidFill>
                  <a:srgbClr val="A7B4B8"/>
                </a:solidFill>
                <a:latin typeface="Aptos"/>
              </a:rPr>
              <a:t>1</a:t>
            </a:r>
            <a:r>
              <a:rPr sz="1100">
                <a:solidFill>
                  <a:srgbClr val="A7B4B8"/>
                </a:solidFill>
                <a:latin typeface="Aptos"/>
              </a:rPr>
              <a:t>0% test data. You can devote most of the space to screenshots, charts or output.</a:t>
            </a:r>
            <a:endParaRPr lang="en-US" sz="1450"/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794760" cy="157276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084832"/>
            <a:ext cx="54864" cy="1572768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12848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1. TEST result summary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447288" cy="5504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What did your detector </a:t>
            </a:r>
            <a:r>
              <a:rPr lang="en-GB" sz="1050">
                <a:solidFill>
                  <a:srgbClr val="A7B4B8"/>
                </a:solidFill>
                <a:latin typeface="Aptos"/>
              </a:rPr>
              <a:t>find</a:t>
            </a:r>
            <a:r>
              <a:rPr sz="1050">
                <a:solidFill>
                  <a:srgbClr val="A7B4B8"/>
                </a:solidFill>
                <a:latin typeface="Aptos"/>
              </a:rPr>
              <a:t>? </a:t>
            </a:r>
            <a:r>
              <a:rPr sz="1050" err="1">
                <a:solidFill>
                  <a:srgbClr val="A7B4B8"/>
                </a:solidFill>
                <a:latin typeface="Aptos"/>
              </a:rPr>
              <a:t>Summarise</a:t>
            </a:r>
            <a:r>
              <a:rPr sz="1050">
                <a:solidFill>
                  <a:srgbClr val="A7B4B8"/>
                </a:solidFill>
                <a:latin typeface="Aptos"/>
              </a:rPr>
              <a:t> the result briefly — the full PID + </a:t>
            </a:r>
            <a:r>
              <a:rPr lang="en-GB" sz="1050">
                <a:solidFill>
                  <a:srgbClr val="A7B4B8"/>
                </a:solidFill>
                <a:latin typeface="Aptos"/>
              </a:rPr>
              <a:t>detected </a:t>
            </a:r>
            <a:r>
              <a:rPr sz="1050">
                <a:solidFill>
                  <a:srgbClr val="A7B4B8"/>
                </a:solidFill>
                <a:latin typeface="Aptos"/>
              </a:rPr>
              <a:t>monster </a:t>
            </a:r>
            <a:r>
              <a:rPr lang="en-GB" sz="1050">
                <a:solidFill>
                  <a:srgbClr val="A7B4B8"/>
                </a:solidFill>
                <a:latin typeface="Aptos"/>
              </a:rPr>
              <a:t>type </a:t>
            </a:r>
            <a:r>
              <a:rPr sz="1050">
                <a:solidFill>
                  <a:srgbClr val="A7B4B8"/>
                </a:solidFill>
                <a:latin typeface="Aptos"/>
              </a:rPr>
              <a:t>list goes in the TEST Excel submission.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640080" y="3218688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SHORT RESULT SUMMARY</a:t>
            </a:r>
            <a:endParaRPr lang="en-US" sz="98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3794760" cy="1792224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54864" cy="1792224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" y="3968496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2. Large evidence area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640080" y="4297680"/>
            <a:ext cx="34472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Use this space for your strongest test screenshot, chart, confusion matrix, output table or other evidence.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640080" y="5193792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LARGE TEST VISUAL</a:t>
            </a:r>
            <a:endParaRPr lang="en-US" sz="980"/>
          </a:p>
        </p:txBody>
      </p:sp>
      <p:sp>
        <p:nvSpPr>
          <p:cNvPr id="25" name="Shape 23"/>
          <p:cNvSpPr/>
          <p:nvPr/>
        </p:nvSpPr>
        <p:spPr>
          <a:xfrm>
            <a:off x="4498848" y="2084832"/>
            <a:ext cx="3813048" cy="3547872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498848" y="2084832"/>
            <a:ext cx="54864" cy="3547872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681728" y="2212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3. What did you notice?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4681728" y="2542032"/>
            <a:ext cx="346557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One or two useful observations from the unseen run. What worked? What surprised you?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4681728" y="5193792"/>
            <a:ext cx="3465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1–2 SHORT POINTS</a:t>
            </a:r>
            <a:endParaRPr lang="en-US" sz="980"/>
          </a:p>
        </p:txBody>
      </p:sp>
      <p:sp>
        <p:nvSpPr>
          <p:cNvPr id="30" name="Shape 28"/>
          <p:cNvSpPr/>
          <p:nvPr/>
        </p:nvSpPr>
        <p:spPr>
          <a:xfrm>
            <a:off x="8641080" y="2011680"/>
            <a:ext cx="3063240" cy="3886200"/>
          </a:xfrm>
          <a:prstGeom prst="roundRect">
            <a:avLst/>
          </a:prstGeom>
          <a:solidFill>
            <a:srgbClr val="10191E"/>
          </a:solidFill>
          <a:ln w="1905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805672" y="2157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🎟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9171432" y="214884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TEST RAFFLE CHECK</a:t>
            </a:r>
            <a:endParaRPr lang="en-US" sz="1330"/>
          </a:p>
        </p:txBody>
      </p:sp>
      <p:sp>
        <p:nvSpPr>
          <p:cNvPr id="33" name="Shape 31"/>
          <p:cNvSpPr/>
          <p:nvPr/>
        </p:nvSpPr>
        <p:spPr>
          <a:xfrm>
            <a:off x="8842248" y="2606040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842248" y="2642616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5" name="Text 33"/>
          <p:cNvSpPr/>
          <p:nvPr/>
        </p:nvSpPr>
        <p:spPr>
          <a:xfrm>
            <a:off x="9171432" y="2578608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F5F7F7"/>
                </a:solidFill>
                <a:latin typeface="Aptos"/>
              </a:rPr>
              <a:t>TEST slide(s) completed</a:t>
            </a:r>
            <a:endParaRPr lang="en-US" sz="112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86D2A0D-2AF6-8968-8C76-6A06F59955D5}"/>
              </a:ext>
            </a:extLst>
          </p:cNvPr>
          <p:cNvGrpSpPr/>
          <p:nvPr/>
        </p:nvGrpSpPr>
        <p:grpSpPr>
          <a:xfrm>
            <a:off x="8842248" y="3273552"/>
            <a:ext cx="228600" cy="228600"/>
            <a:chOff x="8842248" y="3273552"/>
            <a:chExt cx="228600" cy="228600"/>
          </a:xfrm>
        </p:grpSpPr>
        <p:sp>
          <p:nvSpPr>
            <p:cNvPr id="36" name="Shape 34"/>
            <p:cNvSpPr/>
            <p:nvPr/>
          </p:nvSpPr>
          <p:spPr>
            <a:xfrm>
              <a:off x="8842248" y="3273552"/>
              <a:ext cx="228600" cy="228600"/>
            </a:xfrm>
            <a:prstGeom prst="ellipse">
              <a:avLst/>
            </a:prstGeom>
            <a:solidFill>
              <a:srgbClr val="00D8D8"/>
            </a:solidFill>
            <a:ln w="12700">
              <a:solidFill>
                <a:srgbClr val="00D8D8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Text 35"/>
            <p:cNvSpPr/>
            <p:nvPr/>
          </p:nvSpPr>
          <p:spPr>
            <a:xfrm>
              <a:off x="8842248" y="3310128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850"/>
            </a:p>
          </p:txBody>
        </p:sp>
      </p:grpSp>
      <p:sp>
        <p:nvSpPr>
          <p:cNvPr id="38" name="Text 36"/>
          <p:cNvSpPr/>
          <p:nvPr/>
        </p:nvSpPr>
        <p:spPr>
          <a:xfrm>
            <a:off x="9171432" y="3246120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F5F7F7"/>
                </a:solidFill>
                <a:latin typeface="Aptos"/>
              </a:rPr>
              <a:t>TEST Excel IDs submitted</a:t>
            </a:r>
            <a:endParaRPr lang="en-US" sz="1120"/>
          </a:p>
        </p:txBody>
      </p:sp>
      <p:sp>
        <p:nvSpPr>
          <p:cNvPr id="40" name="Text 38"/>
          <p:cNvSpPr/>
          <p:nvPr/>
        </p:nvSpPr>
        <p:spPr>
          <a:xfrm>
            <a:off x="8842248" y="3977640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41" name="Text 39"/>
          <p:cNvSpPr/>
          <p:nvPr/>
        </p:nvSpPr>
        <p:spPr>
          <a:xfrm>
            <a:off x="9171432" y="3913632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19">
                <a:solidFill>
                  <a:srgbClr val="F5F7F7"/>
                </a:solidFill>
                <a:latin typeface="Aptos"/>
              </a:rPr>
              <a:t>All monsters correctly identified in TEST  +1 BONUS</a:t>
            </a:r>
            <a:endParaRPr lang="en-US" sz="112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6</a:t>
            </a:r>
          </a:p>
        </p:txBody>
      </p:sp>
      <p:sp>
        <p:nvSpPr>
          <p:cNvPr id="44" name="Text 40">
            <a:extLst>
              <a:ext uri="{FF2B5EF4-FFF2-40B4-BE49-F238E27FC236}">
                <a16:creationId xmlns:a16="http://schemas.microsoft.com/office/drawing/2014/main" id="{0A6D44B6-DC0D-223A-D3A4-48A197CEEF65}"/>
              </a:ext>
            </a:extLst>
          </p:cNvPr>
          <p:cNvSpPr/>
          <p:nvPr/>
        </p:nvSpPr>
        <p:spPr>
          <a:xfrm>
            <a:off x="8842248" y="429768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i="1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TEST Excel template for the full PID + monster type list.</a:t>
            </a:r>
            <a:endParaRPr lang="en-US" sz="99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BF128F6-A54D-739F-17F8-9EAA4D2E9AA6}"/>
              </a:ext>
            </a:extLst>
          </p:cNvPr>
          <p:cNvGrpSpPr/>
          <p:nvPr/>
        </p:nvGrpSpPr>
        <p:grpSpPr>
          <a:xfrm>
            <a:off x="8846820" y="3904309"/>
            <a:ext cx="228600" cy="228600"/>
            <a:chOff x="8842248" y="3273552"/>
            <a:chExt cx="228600" cy="228600"/>
          </a:xfrm>
        </p:grpSpPr>
        <p:sp>
          <p:nvSpPr>
            <p:cNvPr id="50" name="Shape 34">
              <a:extLst>
                <a:ext uri="{FF2B5EF4-FFF2-40B4-BE49-F238E27FC236}">
                  <a16:creationId xmlns:a16="http://schemas.microsoft.com/office/drawing/2014/main" id="{5B300B4D-2230-6C3B-A4C7-AC4EBAD5BF64}"/>
                </a:ext>
              </a:extLst>
            </p:cNvPr>
            <p:cNvSpPr/>
            <p:nvPr/>
          </p:nvSpPr>
          <p:spPr>
            <a:xfrm>
              <a:off x="8842248" y="3273552"/>
              <a:ext cx="228600" cy="228600"/>
            </a:xfrm>
            <a:prstGeom prst="ellipse">
              <a:avLst/>
            </a:prstGeom>
            <a:solidFill>
              <a:srgbClr val="00D8D8"/>
            </a:solidFill>
            <a:ln w="12700">
              <a:solidFill>
                <a:srgbClr val="00D8D8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Text 35">
              <a:extLst>
                <a:ext uri="{FF2B5EF4-FFF2-40B4-BE49-F238E27FC236}">
                  <a16:creationId xmlns:a16="http://schemas.microsoft.com/office/drawing/2014/main" id="{75F2B10D-2152-9C76-34CD-5C5A6EAAC593}"/>
                </a:ext>
              </a:extLst>
            </p:cNvPr>
            <p:cNvSpPr/>
            <p:nvPr/>
          </p:nvSpPr>
          <p:spPr>
            <a:xfrm>
              <a:off x="8842248" y="3310128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850"/>
            </a:p>
          </p:txBody>
        </p:sp>
      </p:grpSp>
      <p:sp>
        <p:nvSpPr>
          <p:cNvPr id="53" name="Text 47">
            <a:extLst>
              <a:ext uri="{FF2B5EF4-FFF2-40B4-BE49-F238E27FC236}">
                <a16:creationId xmlns:a16="http://schemas.microsoft.com/office/drawing/2014/main" id="{D1CDC15E-D454-0265-3173-1ACE2AA2FA33}"/>
              </a:ext>
            </a:extLst>
          </p:cNvPr>
          <p:cNvSpPr/>
          <p:nvPr/>
        </p:nvSpPr>
        <p:spPr>
          <a:xfrm>
            <a:off x="8915400" y="586023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900" b="1">
                <a:solidFill>
                  <a:srgbClr val="A7B4B8"/>
                </a:solidFill>
                <a:latin typeface="Aptos"/>
              </a:rPr>
              <a:t>Both</a:t>
            </a:r>
            <a:r>
              <a:rPr sz="900" b="1">
                <a:solidFill>
                  <a:srgbClr val="A7B4B8"/>
                </a:solidFill>
                <a:latin typeface="Aptos"/>
              </a:rPr>
              <a:t> completed </a:t>
            </a:r>
            <a:r>
              <a:rPr lang="en-GB" sz="900" b="1">
                <a:solidFill>
                  <a:srgbClr val="A7B4B8"/>
                </a:solidFill>
                <a:latin typeface="Aptos"/>
              </a:rPr>
              <a:t>&amp; monsters correct </a:t>
            </a:r>
            <a:r>
              <a:rPr sz="900" b="1">
                <a:solidFill>
                  <a:srgbClr val="A7B4B8"/>
                </a:solidFill>
                <a:latin typeface="Aptos"/>
              </a:rPr>
              <a:t>= 3 raffle entries</a:t>
            </a:r>
            <a:endParaRPr lang="en-US" sz="102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2 — BUILD &amp; TEST (OPTIONAL EVIDENCE 1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500" b="1">
                <a:solidFill>
                  <a:srgbClr val="F5F7F7"/>
                </a:solidFill>
                <a:latin typeface="Arial Black"/>
              </a:rPr>
              <a:t>BUILD &amp; TEST — Extra evidence</a:t>
            </a:r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Use this optional slide if you need more room for a large screenshot, model output, chart, code/output evidence or test result.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2423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>
                <a:solidFill>
                  <a:srgbClr val="F5F7F7"/>
                </a:solidFill>
                <a:latin typeface="Aptos"/>
              </a:rPr>
              <a:t>Use the space for supporting BUILD or TEST evidence. Keep the required results on the core slides and use this only when the extra space makes your work clearer.</a:t>
            </a:r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D8D8"/>
                </a:solidFill>
                <a:latin typeface="Arial"/>
              </a:rPr>
              <a:t>ADD OPTIONAL BUILD / TEST EVIDENCE HERE</a:t>
            </a:r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FF7A00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1">
                <a:solidFill>
                  <a:srgbClr val="FF7A00"/>
                </a:solidFill>
                <a:latin typeface="Aptos"/>
              </a:rPr>
              <a:t>OPTIONAL EVIDENCE 1 OF 2 — DELETE IF NOT NEEDED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2 — BUILD &amp; TEST (OPTIONAL EVIDENCE 2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500" b="1">
                <a:solidFill>
                  <a:srgbClr val="F5F7F7"/>
                </a:solidFill>
                <a:latin typeface="Arial Black"/>
              </a:rPr>
              <a:t>BUILD &amp; TEST — Extra evidence</a:t>
            </a:r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Use this optional slide if you need more room for a large screenshot, model output, chart, code/output evidence or test result.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2423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>
                <a:solidFill>
                  <a:srgbClr val="F5F7F7"/>
                </a:solidFill>
                <a:latin typeface="Aptos"/>
              </a:rPr>
              <a:t>Use the space for supporting BUILD or TEST evidence. Keep the required results on the core slides and use this only when the extra space makes your work clearer.</a:t>
            </a:r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D8D8"/>
                </a:solidFill>
                <a:latin typeface="Arial"/>
              </a:rPr>
              <a:t>ADD OPTIONAL BUILD / TEST EVIDENCE HERE</a:t>
            </a:r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FF7A00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1">
                <a:solidFill>
                  <a:srgbClr val="FF7A00"/>
                </a:solidFill>
                <a:latin typeface="Aptos"/>
              </a:rPr>
              <a:t>OPTIONAL EVIDENCE 2 OF 2 — DELETE IF NOT NEEDED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4"/>
          <p:cNvSpPr/>
          <p:nvPr/>
        </p:nvSpPr>
        <p:spPr>
          <a:xfrm>
            <a:off x="8842248" y="3273552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E0EDDA3-1BFC-1F61-528F-33CFCC10107B}"/>
              </a:ext>
            </a:extLst>
          </p:cNvPr>
          <p:cNvGrpSpPr/>
          <p:nvPr/>
        </p:nvGrpSpPr>
        <p:grpSpPr>
          <a:xfrm>
            <a:off x="8828532" y="2596896"/>
            <a:ext cx="228600" cy="228600"/>
            <a:chOff x="8842248" y="3941064"/>
            <a:chExt cx="228600" cy="228600"/>
          </a:xfrm>
        </p:grpSpPr>
        <p:sp>
          <p:nvSpPr>
            <p:cNvPr id="44" name="Shape 37">
              <a:extLst>
                <a:ext uri="{FF2B5EF4-FFF2-40B4-BE49-F238E27FC236}">
                  <a16:creationId xmlns:a16="http://schemas.microsoft.com/office/drawing/2014/main" id="{84D3E0A9-14F3-ADF7-22E8-23C3A2C6A92A}"/>
                </a:ext>
              </a:extLst>
            </p:cNvPr>
            <p:cNvSpPr/>
            <p:nvPr/>
          </p:nvSpPr>
          <p:spPr>
            <a:xfrm>
              <a:off x="8842248" y="3941064"/>
              <a:ext cx="228600" cy="228600"/>
            </a:xfrm>
            <a:prstGeom prst="ellipse">
              <a:avLst/>
            </a:prstGeom>
            <a:solidFill>
              <a:srgbClr val="FF7A00"/>
            </a:solidFill>
            <a:ln w="12700">
              <a:solidFill>
                <a:srgbClr val="FF7A00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Text 38">
              <a:extLst>
                <a:ext uri="{FF2B5EF4-FFF2-40B4-BE49-F238E27FC236}">
                  <a16:creationId xmlns:a16="http://schemas.microsoft.com/office/drawing/2014/main" id="{336C8871-1056-7FC0-B106-60689A10C023}"/>
                </a:ext>
              </a:extLst>
            </p:cNvPr>
            <p:cNvSpPr/>
            <p:nvPr/>
          </p:nvSpPr>
          <p:spPr>
            <a:xfrm>
              <a:off x="8842248" y="3977640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</a:t>
              </a:r>
              <a:endParaRPr lang="en-US" sz="850"/>
            </a:p>
          </p:txBody>
        </p:sp>
      </p:grpSp>
      <p:sp>
        <p:nvSpPr>
          <p:cNvPr id="2" name="Shape 0"/>
          <p:cNvSpPr/>
          <p:nvPr/>
        </p:nvSpPr>
        <p:spPr>
          <a:xfrm>
            <a:off x="6675120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675120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20"/>
          </a:p>
        </p:txBody>
      </p:sp>
      <p:sp>
        <p:nvSpPr>
          <p:cNvPr id="4" name="Shape 2"/>
          <p:cNvSpPr/>
          <p:nvPr/>
        </p:nvSpPr>
        <p:spPr>
          <a:xfrm>
            <a:off x="7662672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62672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20"/>
          </a:p>
        </p:txBody>
      </p:sp>
      <p:sp>
        <p:nvSpPr>
          <p:cNvPr id="6" name="Shape 4"/>
          <p:cNvSpPr/>
          <p:nvPr/>
        </p:nvSpPr>
        <p:spPr>
          <a:xfrm>
            <a:off x="8650224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50224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20"/>
          </a:p>
        </p:txBody>
      </p:sp>
      <p:sp>
        <p:nvSpPr>
          <p:cNvPr id="8" name="Shape 6"/>
          <p:cNvSpPr/>
          <p:nvPr/>
        </p:nvSpPr>
        <p:spPr>
          <a:xfrm>
            <a:off x="9637776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37776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920"/>
          </a:p>
        </p:txBody>
      </p:sp>
      <p:sp>
        <p:nvSpPr>
          <p:cNvPr id="10" name="Shape 8"/>
          <p:cNvSpPr/>
          <p:nvPr/>
        </p:nvSpPr>
        <p:spPr>
          <a:xfrm>
            <a:off x="10625328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25328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SECTION 3 — PREDICT (PART 1)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400" b="1">
                <a:solidFill>
                  <a:srgbClr val="F5F7F7"/>
                </a:solidFill>
                <a:latin typeface="Arial Black"/>
              </a:rPr>
              <a:t>PREDICT — What does “starting to transform” mean?</a:t>
            </a:r>
            <a:endParaRPr lang="en-US" sz="2900"/>
          </a:p>
        </p:txBody>
      </p:sp>
      <p:sp>
        <p:nvSpPr>
          <p:cNvPr id="14" name="Text 1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There is no single prescribed answer. Define the early-warning signs your team will look for before the full monster behaviour appears.</a:t>
            </a:r>
            <a:endParaRPr lang="en-US" sz="1450"/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822192" cy="3529584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084832"/>
            <a:ext cx="54864" cy="3529584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1284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1. Monster(s) we chose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4747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Which behavioural monster or monsters are you predicting?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640080" y="517550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NAME THE MONSTER(S)</a:t>
            </a:r>
            <a:endParaRPr lang="en-US" sz="980"/>
          </a:p>
        </p:txBody>
      </p:sp>
      <p:sp>
        <p:nvSpPr>
          <p:cNvPr id="20" name="Shape 18"/>
          <p:cNvSpPr/>
          <p:nvPr/>
        </p:nvSpPr>
        <p:spPr>
          <a:xfrm>
            <a:off x="4526280" y="2084832"/>
            <a:ext cx="3794760" cy="157276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26280" y="2084832"/>
            <a:ext cx="54864" cy="157276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709160" y="2212848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2. Our definition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4709160" y="2542032"/>
            <a:ext cx="3447288" cy="5504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What would “starting to turn into” this monster look like before the full monster behaviour appears?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4709160" y="3218688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WRITE YOUR DEFINITION</a:t>
            </a:r>
            <a:endParaRPr lang="en-US" sz="980"/>
          </a:p>
        </p:txBody>
      </p:sp>
      <p:sp>
        <p:nvSpPr>
          <p:cNvPr id="25" name="Shape 23"/>
          <p:cNvSpPr/>
          <p:nvPr/>
        </p:nvSpPr>
        <p:spPr>
          <a:xfrm>
            <a:off x="4526280" y="3840480"/>
            <a:ext cx="3794760" cy="1773936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526280" y="3840480"/>
            <a:ext cx="54864" cy="1773936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709160" y="3968496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3. Early-warning signals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4709160" y="4297680"/>
            <a:ext cx="34472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Which trends, features or changes will your model look for? Explain why you think they are meaningful.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4709160" y="5175504"/>
            <a:ext cx="3447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FEATURES / LOGIC / EXAMPLES</a:t>
            </a:r>
            <a:endParaRPr lang="en-US" sz="980"/>
          </a:p>
        </p:txBody>
      </p:sp>
      <p:sp>
        <p:nvSpPr>
          <p:cNvPr id="30" name="Shape 28"/>
          <p:cNvSpPr/>
          <p:nvPr/>
        </p:nvSpPr>
        <p:spPr>
          <a:xfrm>
            <a:off x="8641080" y="2011680"/>
            <a:ext cx="3063240" cy="3886200"/>
          </a:xfrm>
          <a:prstGeom prst="roundRect">
            <a:avLst/>
          </a:prstGeom>
          <a:solidFill>
            <a:srgbClr val="10191E"/>
          </a:solidFill>
          <a:ln w="1905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805672" y="2157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</a:rPr>
              <a:t>🎟</a:t>
            </a:r>
            <a:endParaRPr lang="en-US" sz="1800"/>
          </a:p>
        </p:txBody>
      </p:sp>
      <p:sp>
        <p:nvSpPr>
          <p:cNvPr id="32" name="Text 30"/>
          <p:cNvSpPr/>
          <p:nvPr/>
        </p:nvSpPr>
        <p:spPr>
          <a:xfrm>
            <a:off x="9171432" y="2148840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PREDICT — PART 1</a:t>
            </a:r>
            <a:endParaRPr lang="en-US" sz="1330"/>
          </a:p>
        </p:txBody>
      </p:sp>
      <p:sp>
        <p:nvSpPr>
          <p:cNvPr id="34" name="Text 32"/>
          <p:cNvSpPr/>
          <p:nvPr/>
        </p:nvSpPr>
        <p:spPr>
          <a:xfrm>
            <a:off x="8842248" y="2642616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5" name="Text 33"/>
          <p:cNvSpPr/>
          <p:nvPr/>
        </p:nvSpPr>
        <p:spPr>
          <a:xfrm>
            <a:off x="9171432" y="2578608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Use the next slide for your predictions and evidence</a:t>
            </a:r>
            <a:endParaRPr lang="en-US" sz="1120"/>
          </a:p>
        </p:txBody>
      </p:sp>
      <p:sp>
        <p:nvSpPr>
          <p:cNvPr id="37" name="Text 35"/>
          <p:cNvSpPr/>
          <p:nvPr/>
        </p:nvSpPr>
        <p:spPr>
          <a:xfrm>
            <a:off x="8842248" y="331012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38" name="Text 36"/>
          <p:cNvSpPr/>
          <p:nvPr/>
        </p:nvSpPr>
        <p:spPr>
          <a:xfrm>
            <a:off x="9171432" y="3246120"/>
            <a:ext cx="2313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Large screenshots are welcome</a:t>
            </a:r>
            <a:endParaRPr lang="en-US" sz="1120"/>
          </a:p>
        </p:txBody>
      </p:sp>
      <p:sp>
        <p:nvSpPr>
          <p:cNvPr id="41" name="Text 39"/>
          <p:cNvSpPr/>
          <p:nvPr/>
        </p:nvSpPr>
        <p:spPr>
          <a:xfrm>
            <a:off x="8805672" y="3913632"/>
            <a:ext cx="2679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A7B4B8"/>
                </a:solidFill>
                <a:latin typeface="Aptos"/>
              </a:rPr>
              <a:t>Your final PID + predicted monster</a:t>
            </a:r>
            <a:r>
              <a:rPr lang="en-GB" sz="900">
                <a:solidFill>
                  <a:srgbClr val="A7B4B8"/>
                </a:solidFill>
                <a:latin typeface="Aptos"/>
              </a:rPr>
              <a:t> type</a:t>
            </a:r>
            <a:r>
              <a:rPr sz="900">
                <a:solidFill>
                  <a:srgbClr val="A7B4B8"/>
                </a:solidFill>
                <a:latin typeface="Aptos"/>
              </a:rPr>
              <a:t> list goes in the PREDICT Excel submission</a:t>
            </a:r>
            <a:endParaRPr lang="en-US" sz="112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9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2A7DEDB-F5C1-6E09-2581-9FB0429CE8A5}"/>
              </a:ext>
            </a:extLst>
          </p:cNvPr>
          <p:cNvGrpSpPr/>
          <p:nvPr/>
        </p:nvGrpSpPr>
        <p:grpSpPr>
          <a:xfrm>
            <a:off x="8837676" y="3257146"/>
            <a:ext cx="228600" cy="228600"/>
            <a:chOff x="8842248" y="3941064"/>
            <a:chExt cx="228600" cy="228600"/>
          </a:xfrm>
        </p:grpSpPr>
        <p:sp>
          <p:nvSpPr>
            <p:cNvPr id="47" name="Shape 37">
              <a:extLst>
                <a:ext uri="{FF2B5EF4-FFF2-40B4-BE49-F238E27FC236}">
                  <a16:creationId xmlns:a16="http://schemas.microsoft.com/office/drawing/2014/main" id="{E230F825-1EC4-96FD-FF8B-0756FF0A60C5}"/>
                </a:ext>
              </a:extLst>
            </p:cNvPr>
            <p:cNvSpPr/>
            <p:nvPr/>
          </p:nvSpPr>
          <p:spPr>
            <a:xfrm>
              <a:off x="8842248" y="3941064"/>
              <a:ext cx="228600" cy="228600"/>
            </a:xfrm>
            <a:prstGeom prst="ellipse">
              <a:avLst/>
            </a:prstGeom>
            <a:solidFill>
              <a:srgbClr val="FF7A00"/>
            </a:solidFill>
            <a:ln w="12700">
              <a:solidFill>
                <a:srgbClr val="FF7A00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Text 38">
              <a:extLst>
                <a:ext uri="{FF2B5EF4-FFF2-40B4-BE49-F238E27FC236}">
                  <a16:creationId xmlns:a16="http://schemas.microsoft.com/office/drawing/2014/main" id="{72C81B1A-D542-7B91-B308-90B7758CBC2D}"/>
                </a:ext>
              </a:extLst>
            </p:cNvPr>
            <p:cNvSpPr/>
            <p:nvPr/>
          </p:nvSpPr>
          <p:spPr>
            <a:xfrm>
              <a:off x="8842248" y="3977640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</a:t>
              </a:r>
              <a:endParaRPr lang="en-US" sz="85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9A32631-E4C1-3B2D-1E9E-3CC55D7578FF}"/>
              </a:ext>
            </a:extLst>
          </p:cNvPr>
          <p:cNvGrpSpPr/>
          <p:nvPr/>
        </p:nvGrpSpPr>
        <p:grpSpPr>
          <a:xfrm>
            <a:off x="8845386" y="2548486"/>
            <a:ext cx="228600" cy="228600"/>
            <a:chOff x="8842248" y="3941064"/>
            <a:chExt cx="228600" cy="228600"/>
          </a:xfrm>
        </p:grpSpPr>
        <p:sp>
          <p:nvSpPr>
            <p:cNvPr id="50" name="Shape 37">
              <a:extLst>
                <a:ext uri="{FF2B5EF4-FFF2-40B4-BE49-F238E27FC236}">
                  <a16:creationId xmlns:a16="http://schemas.microsoft.com/office/drawing/2014/main" id="{25C54DDC-C24A-A573-8E74-2ED7FC842019}"/>
                </a:ext>
              </a:extLst>
            </p:cNvPr>
            <p:cNvSpPr/>
            <p:nvPr/>
          </p:nvSpPr>
          <p:spPr>
            <a:xfrm>
              <a:off x="8842248" y="3941064"/>
              <a:ext cx="228600" cy="228600"/>
            </a:xfrm>
            <a:prstGeom prst="ellipse">
              <a:avLst/>
            </a:prstGeom>
            <a:solidFill>
              <a:srgbClr val="FF7A00"/>
            </a:solidFill>
            <a:ln w="12700">
              <a:solidFill>
                <a:srgbClr val="FF7A00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Text 38">
              <a:extLst>
                <a:ext uri="{FF2B5EF4-FFF2-40B4-BE49-F238E27FC236}">
                  <a16:creationId xmlns:a16="http://schemas.microsoft.com/office/drawing/2014/main" id="{9F9034CA-5864-C047-BFFB-7AFC12B83FBA}"/>
                </a:ext>
              </a:extLst>
            </p:cNvPr>
            <p:cNvSpPr/>
            <p:nvPr/>
          </p:nvSpPr>
          <p:spPr>
            <a:xfrm>
              <a:off x="8842248" y="3977640"/>
              <a:ext cx="228600" cy="1188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07101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+</a:t>
              </a:r>
              <a:endParaRPr lang="en-US" sz="85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675120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</a:t>
            </a:r>
            <a:endParaRPr lang="en-US" sz="920"/>
          </a:p>
        </p:txBody>
      </p:sp>
      <p:sp>
        <p:nvSpPr>
          <p:cNvPr id="4" name="Shape 2"/>
          <p:cNvSpPr/>
          <p:nvPr/>
        </p:nvSpPr>
        <p:spPr>
          <a:xfrm>
            <a:off x="7662672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62672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920"/>
          </a:p>
        </p:txBody>
      </p:sp>
      <p:sp>
        <p:nvSpPr>
          <p:cNvPr id="6" name="Shape 4"/>
          <p:cNvSpPr/>
          <p:nvPr/>
        </p:nvSpPr>
        <p:spPr>
          <a:xfrm>
            <a:off x="8650224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50224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920"/>
          </a:p>
        </p:txBody>
      </p:sp>
      <p:sp>
        <p:nvSpPr>
          <p:cNvPr id="8" name="Shape 6"/>
          <p:cNvSpPr/>
          <p:nvPr/>
        </p:nvSpPr>
        <p:spPr>
          <a:xfrm>
            <a:off x="9637776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00D8D8">
              <a:alpha val="82000"/>
            </a:srgbClr>
          </a:solidFill>
          <a:ln w="12700">
            <a:solidFill>
              <a:srgbClr val="314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37776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920"/>
          </a:p>
        </p:txBody>
      </p:sp>
      <p:sp>
        <p:nvSpPr>
          <p:cNvPr id="10" name="Shape 8"/>
          <p:cNvSpPr/>
          <p:nvPr/>
        </p:nvSpPr>
        <p:spPr>
          <a:xfrm>
            <a:off x="10625328" y="585216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52329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625328" y="6309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>
                <a:solidFill>
                  <a:srgbClr val="A7B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SECTION 3 — PREDICT (PART 2)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300" b="1">
                <a:solidFill>
                  <a:srgbClr val="F5F7F7"/>
                </a:solidFill>
                <a:latin typeface="Arial Black"/>
              </a:rPr>
              <a:t>PREDICT — Who is starting to transform, and why?</a:t>
            </a:r>
            <a:endParaRPr lang="en-US" sz="2900"/>
          </a:p>
        </p:txBody>
      </p:sp>
      <p:sp>
        <p:nvSpPr>
          <p:cNvPr id="14" name="Text 1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Show us what your model found and justify the prediction. Use the space for clear visual evidence.</a:t>
            </a:r>
            <a:endParaRPr lang="en-US" sz="1450"/>
          </a:p>
        </p:txBody>
      </p:sp>
      <p:sp>
        <p:nvSpPr>
          <p:cNvPr id="15" name="Shape 13"/>
          <p:cNvSpPr/>
          <p:nvPr/>
        </p:nvSpPr>
        <p:spPr>
          <a:xfrm>
            <a:off x="457200" y="2084832"/>
            <a:ext cx="3767328" cy="157276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57200" y="2084832"/>
            <a:ext cx="54864" cy="1572768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1284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1. Who did we identify?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419856" cy="5504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Summarise the students your model identified and what they may be turning into. Keep the full list in Excel.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640080" y="3218688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SHORT SUMMARY / TABLE</a:t>
            </a:r>
            <a:endParaRPr lang="en-US" sz="98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3767328" cy="175564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54864" cy="175564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40080" y="3968496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2. Why these students?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640080" y="4297680"/>
            <a:ext cx="341985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Explain what your model is seeing and why those patterns support your prediction.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640080" y="5157216"/>
            <a:ext cx="3419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1–3 SHORT POINTS</a:t>
            </a:r>
            <a:endParaRPr lang="en-US" sz="980"/>
          </a:p>
        </p:txBody>
      </p:sp>
      <p:sp>
        <p:nvSpPr>
          <p:cNvPr id="25" name="Shape 23"/>
          <p:cNvSpPr/>
          <p:nvPr/>
        </p:nvSpPr>
        <p:spPr>
          <a:xfrm>
            <a:off x="4462272" y="2084832"/>
            <a:ext cx="3858768" cy="157276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462272" y="2084832"/>
            <a:ext cx="54864" cy="157276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645152" y="221284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5F7F7"/>
                </a:solidFill>
                <a:latin typeface="Arial"/>
              </a:rPr>
              <a:t>3. Evidence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4645152" y="2542032"/>
            <a:ext cx="3511296" cy="5504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sz="1050">
                <a:solidFill>
                  <a:srgbClr val="A7B4B8"/>
                </a:solidFill>
                <a:latin typeface="Aptos"/>
              </a:rPr>
              <a:t>Show a chart, trend, feature importance, model output or another piece of evidence. Screenshots can be large.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4645152" y="3218688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LARGE PREDICT VISUAL</a:t>
            </a:r>
            <a:endParaRPr lang="en-US" sz="980"/>
          </a:p>
        </p:txBody>
      </p:sp>
      <p:sp>
        <p:nvSpPr>
          <p:cNvPr id="30" name="Shape 28"/>
          <p:cNvSpPr/>
          <p:nvPr/>
        </p:nvSpPr>
        <p:spPr>
          <a:xfrm>
            <a:off x="4462272" y="3840480"/>
            <a:ext cx="3858768" cy="1755648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4462272" y="3840480"/>
            <a:ext cx="54864" cy="1755648"/>
          </a:xfrm>
          <a:prstGeom prst="rect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4645152" y="3968496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7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Bonus / advanced work</a:t>
            </a:r>
            <a:endParaRPr lang="en-US" sz="1500"/>
          </a:p>
        </p:txBody>
      </p:sp>
      <p:sp>
        <p:nvSpPr>
          <p:cNvPr id="33" name="Text 31"/>
          <p:cNvSpPr/>
          <p:nvPr/>
        </p:nvSpPr>
        <p:spPr>
          <a:xfrm>
            <a:off x="4645152" y="4297680"/>
            <a:ext cx="351129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 end, explainability, extra visualisations, advanced modelling or anything else you explored.</a:t>
            </a:r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4645152" y="5157216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kern="0" spc="70">
                <a:solidFill>
                  <a:srgbClr val="00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980"/>
          </a:p>
        </p:txBody>
      </p:sp>
      <p:sp>
        <p:nvSpPr>
          <p:cNvPr id="35" name="Shape 33"/>
          <p:cNvSpPr/>
          <p:nvPr/>
        </p:nvSpPr>
        <p:spPr>
          <a:xfrm>
            <a:off x="8641080" y="2084832"/>
            <a:ext cx="3063240" cy="3511296"/>
          </a:xfrm>
          <a:prstGeom prst="roundRect">
            <a:avLst/>
          </a:prstGeom>
          <a:solidFill>
            <a:srgbClr val="10191E"/>
          </a:solidFill>
          <a:ln w="1905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8869680" y="23042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7A00"/>
                </a:solidFill>
                <a:latin typeface="Arial"/>
              </a:rPr>
              <a:t>PREDICT RAFFLE CHECK</a:t>
            </a:r>
            <a:endParaRPr lang="en-US" sz="1400"/>
          </a:p>
        </p:txBody>
      </p:sp>
      <p:sp>
        <p:nvSpPr>
          <p:cNvPr id="38" name="Text 36"/>
          <p:cNvSpPr/>
          <p:nvPr/>
        </p:nvSpPr>
        <p:spPr>
          <a:xfrm>
            <a:off x="9217152" y="2606040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>
                <a:solidFill>
                  <a:srgbClr val="F5F7F7"/>
                </a:solidFill>
                <a:latin typeface="Aptos"/>
              </a:rPr>
              <a:t>PREDICT slide(s) completed</a:t>
            </a:r>
            <a:endParaRPr lang="en-US" sz="1080"/>
          </a:p>
        </p:txBody>
      </p:sp>
      <p:sp>
        <p:nvSpPr>
          <p:cNvPr id="40" name="Text 38"/>
          <p:cNvSpPr/>
          <p:nvPr/>
        </p:nvSpPr>
        <p:spPr>
          <a:xfrm>
            <a:off x="9217152" y="3268980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PREDICT Excel predictions submitted</a:t>
            </a:r>
            <a:endParaRPr lang="en-US" sz="1080"/>
          </a:p>
        </p:txBody>
      </p:sp>
      <p:sp>
        <p:nvSpPr>
          <p:cNvPr id="42" name="Text 40"/>
          <p:cNvSpPr/>
          <p:nvPr/>
        </p:nvSpPr>
        <p:spPr>
          <a:xfrm>
            <a:off x="9217152" y="3968496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>
                <a:solidFill>
                  <a:srgbClr val="F5F7F7"/>
                </a:solidFill>
                <a:latin typeface="Aptos"/>
              </a:rPr>
              <a:t>PREDICT working code submitted</a:t>
            </a:r>
            <a:endParaRPr lang="en-US" sz="1080"/>
          </a:p>
        </p:txBody>
      </p:sp>
      <p:sp>
        <p:nvSpPr>
          <p:cNvPr id="44" name="Text 42"/>
          <p:cNvSpPr/>
          <p:nvPr/>
        </p:nvSpPr>
        <p:spPr>
          <a:xfrm>
            <a:off x="9217152" y="4096512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80"/>
          </a:p>
        </p:txBody>
      </p:sp>
      <p:sp>
        <p:nvSpPr>
          <p:cNvPr id="46" name="Text 44"/>
          <p:cNvSpPr/>
          <p:nvPr/>
        </p:nvSpPr>
        <p:spPr>
          <a:xfrm>
            <a:off x="9217152" y="4535424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80"/>
          </a:p>
        </p:txBody>
      </p:sp>
      <p:sp>
        <p:nvSpPr>
          <p:cNvPr id="48" name="Text 46"/>
          <p:cNvSpPr/>
          <p:nvPr/>
        </p:nvSpPr>
        <p:spPr>
          <a:xfrm>
            <a:off x="9217152" y="4974336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80"/>
          </a:p>
        </p:txBody>
      </p:sp>
      <p:sp>
        <p:nvSpPr>
          <p:cNvPr id="49" name="Text 47"/>
          <p:cNvSpPr/>
          <p:nvPr/>
        </p:nvSpPr>
        <p:spPr>
          <a:xfrm>
            <a:off x="8887968" y="5468112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A7B4B8"/>
                </a:solidFill>
                <a:latin typeface="Aptos"/>
              </a:rPr>
              <a:t>All three completed = 3 raffle entries</a:t>
            </a:r>
            <a:endParaRPr lang="en-US" sz="102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10</a:t>
            </a:r>
          </a:p>
        </p:txBody>
      </p:sp>
      <p:sp>
        <p:nvSpPr>
          <p:cNvPr id="54" name="Shape 31">
            <a:extLst>
              <a:ext uri="{FF2B5EF4-FFF2-40B4-BE49-F238E27FC236}">
                <a16:creationId xmlns:a16="http://schemas.microsoft.com/office/drawing/2014/main" id="{8F510D31-373D-B547-945C-310AB1A6477B}"/>
              </a:ext>
            </a:extLst>
          </p:cNvPr>
          <p:cNvSpPr/>
          <p:nvPr/>
        </p:nvSpPr>
        <p:spPr>
          <a:xfrm>
            <a:off x="8842248" y="2606040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32">
            <a:extLst>
              <a:ext uri="{FF2B5EF4-FFF2-40B4-BE49-F238E27FC236}">
                <a16:creationId xmlns:a16="http://schemas.microsoft.com/office/drawing/2014/main" id="{5C73FFB8-DCC0-3BB1-0C3D-BDC4F88F82C3}"/>
              </a:ext>
            </a:extLst>
          </p:cNvPr>
          <p:cNvSpPr/>
          <p:nvPr/>
        </p:nvSpPr>
        <p:spPr>
          <a:xfrm>
            <a:off x="8842248" y="2642616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58" name="Shape 34">
            <a:extLst>
              <a:ext uri="{FF2B5EF4-FFF2-40B4-BE49-F238E27FC236}">
                <a16:creationId xmlns:a16="http://schemas.microsoft.com/office/drawing/2014/main" id="{9C2DE458-ED70-4FCF-047E-69950B1D7BDD}"/>
              </a:ext>
            </a:extLst>
          </p:cNvPr>
          <p:cNvSpPr/>
          <p:nvPr/>
        </p:nvSpPr>
        <p:spPr>
          <a:xfrm>
            <a:off x="8842248" y="3273552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35">
            <a:extLst>
              <a:ext uri="{FF2B5EF4-FFF2-40B4-BE49-F238E27FC236}">
                <a16:creationId xmlns:a16="http://schemas.microsoft.com/office/drawing/2014/main" id="{5BA16ABD-A4B4-C615-2B76-C011CF2FB9E9}"/>
              </a:ext>
            </a:extLst>
          </p:cNvPr>
          <p:cNvSpPr/>
          <p:nvPr/>
        </p:nvSpPr>
        <p:spPr>
          <a:xfrm>
            <a:off x="8842248" y="3310128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62" name="Shape 37">
            <a:extLst>
              <a:ext uri="{FF2B5EF4-FFF2-40B4-BE49-F238E27FC236}">
                <a16:creationId xmlns:a16="http://schemas.microsoft.com/office/drawing/2014/main" id="{D993812E-4291-9A2D-F566-0546674FC5C1}"/>
              </a:ext>
            </a:extLst>
          </p:cNvPr>
          <p:cNvSpPr/>
          <p:nvPr/>
        </p:nvSpPr>
        <p:spPr>
          <a:xfrm>
            <a:off x="8842248" y="3941064"/>
            <a:ext cx="228600" cy="22860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38">
            <a:extLst>
              <a:ext uri="{FF2B5EF4-FFF2-40B4-BE49-F238E27FC236}">
                <a16:creationId xmlns:a16="http://schemas.microsoft.com/office/drawing/2014/main" id="{DA589CA6-41CE-B556-5AB1-000B4D353554}"/>
              </a:ext>
            </a:extLst>
          </p:cNvPr>
          <p:cNvSpPr/>
          <p:nvPr/>
        </p:nvSpPr>
        <p:spPr>
          <a:xfrm>
            <a:off x="8842248" y="3977640"/>
            <a:ext cx="228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07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94371EAE-CE7F-17BF-0C09-00F5D2252ED9}"/>
              </a:ext>
            </a:extLst>
          </p:cNvPr>
          <p:cNvSpPr/>
          <p:nvPr/>
        </p:nvSpPr>
        <p:spPr>
          <a:xfrm>
            <a:off x="8842248" y="4297680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0" i="1">
                <a:solidFill>
                  <a:srgbClr val="93A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PREDICT Excel template for the full PID + monster type list.</a:t>
            </a:r>
            <a:endParaRPr lang="en-US" sz="99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3 — PREDICT (OPTIONAL EVIDENCE 1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500" b="1">
                <a:solidFill>
                  <a:srgbClr val="F5F7F7"/>
                </a:solidFill>
                <a:latin typeface="Arial Black"/>
              </a:rPr>
              <a:t>PREDICT — Extra evidence</a:t>
            </a:r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Use this optional slide if you need more room for transformation evidence, charts, model outputs, feature explanations or additional examples.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2423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>
                <a:solidFill>
                  <a:srgbClr val="F5F7F7"/>
                </a:solidFill>
                <a:latin typeface="Aptos"/>
              </a:rPr>
              <a:t>Use this space for evidence that supports your prediction. Large screenshots and charts are encouraged when they make your reasoning easier to understand.</a:t>
            </a:r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D8D8"/>
                </a:solidFill>
                <a:latin typeface="Arial"/>
              </a:rPr>
              <a:t>ADD OPTIONAL PREDICT EVIDENCE HERE</a:t>
            </a:r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FF7A00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1">
                <a:solidFill>
                  <a:srgbClr val="FF7A00"/>
                </a:solidFill>
                <a:latin typeface="Aptos"/>
              </a:rPr>
              <a:t>OPTIONAL EVIDENCE 1 OF 2 — DELETE IF NOT NEEDED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3 — PREDICT (OPTIONAL EVIDENCE 2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500" b="1">
                <a:solidFill>
                  <a:srgbClr val="F5F7F7"/>
                </a:solidFill>
                <a:latin typeface="Arial Black"/>
              </a:rPr>
              <a:t>PREDICT — Extra evidence</a:t>
            </a:r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Use this optional slide if you need more room for transformation evidence, charts, model outputs, feature explanations or additional examples.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2423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>
                <a:solidFill>
                  <a:srgbClr val="F5F7F7"/>
                </a:solidFill>
                <a:latin typeface="Aptos"/>
              </a:rPr>
              <a:t>Use this space for evidence that supports your prediction. Large screenshots and charts are encouraged when they make your reasoning easier to understand.</a:t>
            </a:r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D8D8"/>
                </a:solidFill>
                <a:latin typeface="Arial"/>
              </a:rPr>
              <a:t>ADD OPTIONAL PREDICT EVIDENCE HERE</a:t>
            </a:r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FF7A00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1">
                <a:solidFill>
                  <a:srgbClr val="FF7A00"/>
                </a:solidFill>
                <a:latin typeface="Aptos"/>
              </a:rPr>
              <a:t>OPTIONAL EVIDENCE 2 OF 2 — DELETE IF NOT NEEDED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1">
                <a:solidFill>
                  <a:srgbClr val="FF7A00"/>
                </a:solidFill>
                <a:latin typeface="Arial"/>
              </a:rPr>
              <a:t>SECTION 4 — SHOW</a:t>
            </a:r>
            <a:r>
              <a:rPr lang="en-GB" sz="1100" b="1">
                <a:solidFill>
                  <a:srgbClr val="FF7A00"/>
                </a:solidFill>
                <a:latin typeface="Arial"/>
              </a:rPr>
              <a:t>CASE</a:t>
            </a:r>
            <a:r>
              <a:rPr sz="1100" b="1">
                <a:solidFill>
                  <a:srgbClr val="FF7A00"/>
                </a:solidFill>
                <a:latin typeface="Arial"/>
              </a:rPr>
              <a:t> (PART 1)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F5F7F7"/>
                </a:solidFill>
                <a:latin typeface="Arial Black"/>
              </a:rPr>
              <a:t>SHOW</a:t>
            </a:r>
            <a:r>
              <a:rPr lang="en-GB" sz="2500" b="1">
                <a:solidFill>
                  <a:srgbClr val="F5F7F7"/>
                </a:solidFill>
                <a:latin typeface="Arial Black"/>
              </a:rPr>
              <a:t>CASE</a:t>
            </a:r>
            <a:r>
              <a:rPr sz="2500" b="1">
                <a:solidFill>
                  <a:srgbClr val="F5F7F7"/>
                </a:solidFill>
                <a:latin typeface="Arial Black"/>
              </a:rPr>
              <a:t> — Your </a:t>
            </a:r>
            <a:r>
              <a:rPr lang="en-GB" sz="2500" b="1">
                <a:solidFill>
                  <a:srgbClr val="F5F7F7"/>
                </a:solidFill>
                <a:latin typeface="Arial Black"/>
              </a:rPr>
              <a:t>best work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A7B4B8"/>
                </a:solidFill>
                <a:latin typeface="Aptos"/>
              </a:rPr>
              <a:t>Give us the quickest possible view of your strongest work. Use this slide for the result, interface, visual or output you most want us to see.</a:t>
            </a:r>
            <a:endParaRPr lang="en-US" sz="1450"/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3" y="2231983"/>
            <a:ext cx="6240949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F5F7F7"/>
                </a:solidFill>
                <a:latin typeface="Aptos"/>
              </a:rPr>
              <a:t>BEST OUTPUT / DEMO</a:t>
            </a:r>
            <a:br>
              <a:rPr/>
            </a:br>
            <a:br>
              <a:rPr/>
            </a:br>
            <a:r>
              <a:rPr sz="1200">
                <a:solidFill>
                  <a:srgbClr val="F5F7F7"/>
                </a:solidFill>
                <a:latin typeface="Aptos"/>
              </a:rPr>
              <a:t>Add a large screenshot, </a:t>
            </a:r>
            <a:r>
              <a:rPr sz="1200" err="1">
                <a:solidFill>
                  <a:srgbClr val="F5F7F7"/>
                </a:solidFill>
                <a:latin typeface="Aptos"/>
              </a:rPr>
              <a:t>visualisation</a:t>
            </a:r>
            <a:r>
              <a:rPr sz="1200">
                <a:solidFill>
                  <a:srgbClr val="F5F7F7"/>
                </a:solidFill>
                <a:latin typeface="Aptos"/>
              </a:rPr>
              <a:t>, model output or front-end view here.</a:t>
            </a:r>
            <a:br>
              <a:rPr/>
            </a:br>
            <a:br>
              <a:rPr/>
            </a:br>
            <a:r>
              <a:rPr sz="1200">
                <a:solidFill>
                  <a:srgbClr val="F5F7F7"/>
                </a:solidFill>
                <a:latin typeface="Aptos"/>
              </a:rPr>
              <a:t>Keep any explanation short — let the evidence do the work.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LARGE FINAL SCREENSHOT / OUTPUT HERE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00D8D8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50" b="1">
                <a:solidFill>
                  <a:srgbClr val="FF7A00"/>
                </a:solidFill>
                <a:latin typeface="Aptos"/>
              </a:rPr>
              <a:t>SHOW — PART 1 OF 2</a:t>
            </a:r>
            <a:endParaRPr lang="en-US" sz="10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4 — SHOW</a:t>
            </a:r>
            <a:r>
              <a:rPr lang="en-GB" sz="1100" b="1">
                <a:solidFill>
                  <a:srgbClr val="FF7A00"/>
                </a:solidFill>
                <a:latin typeface="Arial"/>
              </a:rPr>
              <a:t>CASE</a:t>
            </a:r>
            <a:r>
              <a:rPr sz="1100" b="1">
                <a:solidFill>
                  <a:srgbClr val="FF7A00"/>
                </a:solidFill>
                <a:latin typeface="Arial"/>
              </a:rPr>
              <a:t> (OPTIONAL EVIDENCE 1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400" b="1">
                <a:solidFill>
                  <a:srgbClr val="F5F7F7"/>
                </a:solidFill>
                <a:latin typeface="Arial Black"/>
              </a:rPr>
              <a:t>SHOW</a:t>
            </a:r>
            <a:r>
              <a:rPr lang="en-GB" sz="2400" b="1">
                <a:solidFill>
                  <a:srgbClr val="F5F7F7"/>
                </a:solidFill>
                <a:latin typeface="Arial Black"/>
              </a:rPr>
              <a:t>CASE</a:t>
            </a:r>
            <a:r>
              <a:rPr sz="2400" b="1">
                <a:solidFill>
                  <a:srgbClr val="F5F7F7"/>
                </a:solidFill>
                <a:latin typeface="Arial Black"/>
              </a:rPr>
              <a:t> — What should the judges remember?</a:t>
            </a:r>
            <a:endParaRPr lang="en-US" sz="2900"/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Use this optional slide for the short story behind your final solution, supporting visuals, AI use or advanced work. Delete it if the core SHOW slide is enough.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2423160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50">
                <a:solidFill>
                  <a:srgbClr val="F5F7F7"/>
                </a:solidFill>
                <a:latin typeface="Aptos"/>
              </a:rPr>
              <a:t>WHAT ARE WE PROUD OF?</a:t>
            </a:r>
            <a:br>
              <a:rPr/>
            </a:br>
            <a:r>
              <a:rPr sz="1150">
                <a:solidFill>
                  <a:srgbClr val="F5F7F7"/>
                </a:solidFill>
                <a:latin typeface="Aptos"/>
              </a:rPr>
              <a:t>• Your strongest idea, discovery or technical achievement</a:t>
            </a:r>
            <a:br>
              <a:rPr/>
            </a:br>
            <a:br>
              <a:rPr/>
            </a:br>
            <a:r>
              <a:rPr sz="1150">
                <a:solidFill>
                  <a:srgbClr val="F5F7F7"/>
                </a:solidFill>
                <a:latin typeface="Aptos"/>
              </a:rPr>
              <a:t>HOW DID WE USE AI?</a:t>
            </a:r>
            <a:br>
              <a:rPr/>
            </a:br>
            <a:r>
              <a:rPr sz="1150">
                <a:solidFill>
                  <a:srgbClr val="F5F7F7"/>
                </a:solidFill>
                <a:latin typeface="Aptos"/>
              </a:rPr>
              <a:t>• Where AI tools helped</a:t>
            </a:r>
            <a:br>
              <a:rPr/>
            </a:br>
            <a:r>
              <a:rPr sz="1150">
                <a:solidFill>
                  <a:srgbClr val="F5F7F7"/>
                </a:solidFill>
                <a:latin typeface="Aptos"/>
              </a:rPr>
              <a:t>• What your team checked, changed or built yourselves</a:t>
            </a:r>
            <a:br>
              <a:rPr/>
            </a:br>
            <a:br>
              <a:rPr/>
            </a:br>
            <a:r>
              <a:rPr sz="1150">
                <a:solidFill>
                  <a:srgbClr val="F5F7F7"/>
                </a:solidFill>
                <a:latin typeface="Aptos"/>
              </a:rPr>
              <a:t>BONUS / ADVANCED WORK</a:t>
            </a:r>
            <a:br>
              <a:rPr/>
            </a:br>
            <a:r>
              <a:rPr sz="1150">
                <a:solidFill>
                  <a:srgbClr val="F5F7F7"/>
                </a:solidFill>
                <a:latin typeface="Aptos"/>
              </a:rPr>
              <a:t>• Front end, explainability, extra modelling or </a:t>
            </a:r>
            <a:r>
              <a:rPr sz="1150" err="1">
                <a:solidFill>
                  <a:srgbClr val="F5F7F7"/>
                </a:solidFill>
                <a:latin typeface="Aptos"/>
              </a:rPr>
              <a:t>visualisations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>
                <a:solidFill>
                  <a:srgbClr val="00D8D8"/>
                </a:solidFill>
                <a:latin typeface="Arial"/>
              </a:rPr>
              <a:t>ADD SUPPORTING VISUALS / SHORT POINTS HERE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00D8D8"/>
          </a:solidFill>
          <a:ln w="12700">
            <a:solidFill>
              <a:srgbClr val="00D8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00D8D8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1">
                <a:solidFill>
                  <a:srgbClr val="FF7A00"/>
                </a:solidFill>
                <a:latin typeface="Aptos"/>
              </a:rPr>
              <a:t>OPTIONAL EVIDENCE 1 OF 2 — DELETE IF NOT NEEDED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6647" y="5189220"/>
            <a:ext cx="2926080" cy="1188720"/>
          </a:xfrm>
          <a:prstGeom prst="roundRect">
            <a:avLst/>
          </a:prstGeom>
          <a:solidFill>
            <a:srgbClr val="152329"/>
          </a:solidFill>
          <a:ln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Ins="109728" bIns="109728" rtlCol="0" anchor="ctr"/>
          <a:lstStyle/>
          <a:p>
            <a:pPr algn="l"/>
            <a:r>
              <a:rPr sz="880" b="0">
                <a:solidFill>
                  <a:srgbClr val="F5F7F7"/>
                </a:solidFill>
                <a:latin typeface="Arial"/>
              </a:rPr>
              <a:t>FINAL ESCAPE CHECK
✓ HUNT Excel submitted
✓ TEST Excel submitted
✓ PREDICT Excel submitted
✓ Working code submitted
✓ Model/output can be demonstrated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58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>
                <a:solidFill>
                  <a:srgbClr val="FF7A00"/>
                </a:solidFill>
                <a:latin typeface="Arial"/>
              </a:rPr>
              <a:t>SECTION 4 — SHOW</a:t>
            </a:r>
            <a:r>
              <a:rPr lang="en-GB" sz="1100" b="1">
                <a:solidFill>
                  <a:srgbClr val="FF7A00"/>
                </a:solidFill>
                <a:latin typeface="Arial"/>
              </a:rPr>
              <a:t>CASE</a:t>
            </a:r>
            <a:r>
              <a:rPr sz="1100" b="1">
                <a:solidFill>
                  <a:srgbClr val="FF7A00"/>
                </a:solidFill>
                <a:latin typeface="Arial"/>
              </a:rPr>
              <a:t> (OPTIONAL EVIDENCE 2 OF 2)</a:t>
            </a:r>
          </a:p>
        </p:txBody>
      </p:sp>
      <p:sp>
        <p:nvSpPr>
          <p:cNvPr id="3" name="Text 1"/>
          <p:cNvSpPr/>
          <p:nvPr/>
        </p:nvSpPr>
        <p:spPr>
          <a:xfrm>
            <a:off x="420624" y="941832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500" b="1">
                <a:solidFill>
                  <a:srgbClr val="F5F7F7"/>
                </a:solidFill>
                <a:latin typeface="Arial Black"/>
              </a:rPr>
              <a:t>SHOW</a:t>
            </a:r>
            <a:r>
              <a:rPr lang="en-GB" sz="2500" b="1">
                <a:solidFill>
                  <a:srgbClr val="F5F7F7"/>
                </a:solidFill>
                <a:latin typeface="Arial Black"/>
              </a:rPr>
              <a:t>CASE</a:t>
            </a:r>
            <a:r>
              <a:rPr sz="2500" b="1">
                <a:solidFill>
                  <a:srgbClr val="F5F7F7"/>
                </a:solidFill>
                <a:latin typeface="Arial Black"/>
              </a:rPr>
              <a:t> — Extra evidence</a:t>
            </a:r>
          </a:p>
        </p:txBody>
      </p:sp>
      <p:sp>
        <p:nvSpPr>
          <p:cNvPr id="4" name="Text 2"/>
          <p:cNvSpPr/>
          <p:nvPr/>
        </p:nvSpPr>
        <p:spPr>
          <a:xfrm>
            <a:off x="438912" y="15544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A7B4B8"/>
                </a:solidFill>
                <a:latin typeface="Aptos"/>
              </a:rPr>
              <a:t>Use this final optional slide only if you still need space for an important screenshot, chart, interface, monster example, model output or advanced work.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" y="2103120"/>
            <a:ext cx="11201400" cy="3611880"/>
          </a:xfrm>
          <a:prstGeom prst="roundRect">
            <a:avLst/>
          </a:prstGeom>
          <a:solidFill>
            <a:srgbClr val="111A1F"/>
          </a:solidFill>
          <a:ln w="15240">
            <a:solidFill>
              <a:srgbClr val="2940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2423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>
                <a:solidFill>
                  <a:srgbClr val="F5F7F7"/>
                </a:solidFill>
                <a:latin typeface="Aptos"/>
              </a:rPr>
              <a:t>This is your final flex slide. Use it only for evidence that genuinely helps us understand your solution — you do not need to fill all 15 slides.</a:t>
            </a:r>
          </a:p>
        </p:txBody>
      </p:sp>
      <p:sp>
        <p:nvSpPr>
          <p:cNvPr id="7" name="Text 5"/>
          <p:cNvSpPr/>
          <p:nvPr/>
        </p:nvSpPr>
        <p:spPr>
          <a:xfrm>
            <a:off x="786384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00" b="1">
                <a:solidFill>
                  <a:srgbClr val="00D8D8"/>
                </a:solidFill>
                <a:latin typeface="Arial"/>
              </a:rPr>
              <a:t>ADD OPTIONAL SHOW EVIDENCE HERE</a:t>
            </a:r>
          </a:p>
        </p:txBody>
      </p:sp>
      <p:sp>
        <p:nvSpPr>
          <p:cNvPr id="8" name="Shape 6"/>
          <p:cNvSpPr/>
          <p:nvPr/>
        </p:nvSpPr>
        <p:spPr>
          <a:xfrm rot="19800000">
            <a:off x="973836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 rot="1800000">
            <a:off x="10469880" y="4160520"/>
            <a:ext cx="297180" cy="274320"/>
          </a:xfrm>
          <a:prstGeom prst="triangl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9646920" y="4274820"/>
            <a:ext cx="1200150" cy="1005840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8755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332720" y="4549140"/>
            <a:ext cx="274320" cy="297180"/>
          </a:xfrm>
          <a:prstGeom prst="ellipse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9783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35590" y="4640580"/>
            <a:ext cx="91440" cy="114300"/>
          </a:xfrm>
          <a:prstGeom prst="ellipse">
            <a:avLst/>
          </a:prstGeom>
          <a:solidFill>
            <a:srgbClr val="071013"/>
          </a:solidFill>
          <a:ln w="127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069830" y="4823460"/>
            <a:ext cx="377190" cy="194310"/>
          </a:xfrm>
          <a:prstGeom prst="arc">
            <a:avLst/>
          </a:prstGeom>
          <a:solidFill>
            <a:srgbClr val="FF7A00">
              <a:alpha val="0"/>
            </a:srgbClr>
          </a:solidFill>
          <a:ln w="25400">
            <a:solidFill>
              <a:srgbClr val="07101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571232" y="2441448"/>
            <a:ext cx="3246120" cy="438912"/>
          </a:xfrm>
          <a:prstGeom prst="roundRect">
            <a:avLst/>
          </a:prstGeom>
          <a:solidFill>
            <a:srgbClr val="0F1A1E"/>
          </a:solidFill>
          <a:ln w="15240">
            <a:solidFill>
              <a:srgbClr val="FF7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08392" y="2542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950" b="1">
                <a:solidFill>
                  <a:srgbClr val="FF7A00"/>
                </a:solidFill>
                <a:latin typeface="Aptos"/>
              </a:rPr>
              <a:t>OPTIONAL EVIDENCE 2 OF 2 — DELETE IF NOT NEEDED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3979D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Imperial College Word font theme">
      <a:majorFont>
        <a:latin typeface="Imperial Sans Text Medium"/>
        <a:ea typeface=""/>
        <a:cs typeface=""/>
      </a:majorFont>
      <a:minorFont>
        <a:latin typeface="Imperial Sans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B24992E7729B43A4CBB213D1F3530A" ma:contentTypeVersion="0" ma:contentTypeDescription="Create a new document." ma:contentTypeScope="" ma:versionID="1e735c939cfcce194ba4f11ed426982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AC138B0-E5A0-4159-937C-37C6A5C9338E}"/>
</file>

<file path=customXml/itemProps2.xml><?xml version="1.0" encoding="utf-8"?>
<ds:datastoreItem xmlns:ds="http://schemas.openxmlformats.org/officeDocument/2006/customXml" ds:itemID="{9E5212D4-9A44-4995-BE0F-97FB3E189DE7}">
  <ds:schemaRefs>
    <ds:schemaRef ds:uri="0dca51e2-d527-41d9-a8ae-702a4a244078"/>
    <ds:schemaRef ds:uri="5c9a932a-8c74-47bf-9b36-258edbce5cac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39FB992-E15F-4941-A07E-1FF8A96B498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Imperial College London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Monster Hack – Team Submission Template</dc:title>
  <dc:subject>Mini Monster Hack student submission template</dc:subject>
  <dc:creator>Data CoLab</dc:creator>
  <cp:revision>1</cp:revision>
  <dcterms:created xsi:type="dcterms:W3CDTF">2026-10-21T14:57:24Z</dcterms:created>
  <dcterms:modified xsi:type="dcterms:W3CDTF">2026-10-22T13:44:17Z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0x0101005FB24992E7729B43A4CBB213D1F3530A</vt:lpwstr>
  </property>
  <property fmtid="{D5CDD505-2E9C-101B-9397-08002B2CF9AE}" pid="3" name="MediaServiceImageTags">
    <vt:lpwstr/>
  </property>
</Properties>
</file>