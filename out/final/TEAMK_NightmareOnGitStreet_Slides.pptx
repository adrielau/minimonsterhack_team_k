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sldIdLst>
    <p:sldId id="256" r:id="rId5"/>
    <p:sldId id="257" r:id="rId6"/>
    <p:sldId id="258" r:id="rId7"/>
    <p:sldId id="266" r:id="rId8"/>
    <p:sldId id="259" r:id="rId9"/>
    <p:sldId id="260" r:id="rId10"/>
    <p:sldId id="263" r:id="rId17"/>
    <p:sldId id="264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D8A1B9-78CD-4D6A-9115-7859C80A8058}" v="1" dt="2026-10-22T12:25:30.975"/>
    <p1510:client id="{B799400C-976C-4FD1-901F-7EFF882DEAE4}" v="395" dt="2026-10-22T13:43:31.6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6/11/relationships/changesInfo" Target="changesInfos/changesInfo1.xml"/><Relationship Id="rId2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lkey, Helen C" userId="80814b1d-42a1-48c1-84aa-efb7524552c1" providerId="ADAL" clId="{37198984-9AA1-40DD-9F5C-EEAF621817BD}"/>
    <pc:docChg chg="undo custSel modSld">
      <pc:chgData name="Walkey, Helen C" userId="80814b1d-42a1-48c1-84aa-efb7524552c1" providerId="ADAL" clId="{37198984-9AA1-40DD-9F5C-EEAF621817BD}" dt="2026-10-22T13:43:31.624" v="404" actId="20577"/>
      <pc:docMkLst>
        <pc:docMk/>
      </pc:docMkLst>
      <pc:sldChg chg="modSp mod">
        <pc:chgData name="Walkey, Helen C" userId="80814b1d-42a1-48c1-84aa-efb7524552c1" providerId="ADAL" clId="{37198984-9AA1-40DD-9F5C-EEAF621817BD}" dt="2026-10-22T13:33:25.319" v="314" actId="20577"/>
        <pc:sldMkLst>
          <pc:docMk/>
          <pc:sldMk cId="0" sldId="256"/>
        </pc:sldMkLst>
        <pc:spChg chg="mod">
          <ac:chgData name="Walkey, Helen C" userId="80814b1d-42a1-48c1-84aa-efb7524552c1" providerId="ADAL" clId="{37198984-9AA1-40DD-9F5C-EEAF621817BD}" dt="2026-10-22T13:06:18.070" v="138" actId="20577"/>
          <ac:spMkLst>
            <pc:docMk/>
            <pc:sldMk cId="0" sldId="256"/>
            <ac:spMk id="26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05:53.057" v="128" actId="20577"/>
          <ac:spMkLst>
            <pc:docMk/>
            <pc:sldMk cId="0" sldId="256"/>
            <ac:spMk id="31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33:25.319" v="314" actId="20577"/>
          <ac:spMkLst>
            <pc:docMk/>
            <pc:sldMk cId="0" sldId="256"/>
            <ac:spMk id="35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21:30.631" v="310" actId="20577"/>
          <ac:spMkLst>
            <pc:docMk/>
            <pc:sldMk cId="0" sldId="256"/>
            <ac:spMk id="36" creationId="{00000000-0000-0000-0000-000000000000}"/>
          </ac:spMkLst>
        </pc:spChg>
      </pc:sldChg>
      <pc:sldChg chg="addSp delSp modSp mod">
        <pc:chgData name="Walkey, Helen C" userId="80814b1d-42a1-48c1-84aa-efb7524552c1" providerId="ADAL" clId="{37198984-9AA1-40DD-9F5C-EEAF621817BD}" dt="2026-10-22T13:14:44.660" v="228" actId="22"/>
        <pc:sldMkLst>
          <pc:docMk/>
          <pc:sldMk cId="0" sldId="257"/>
        </pc:sldMkLst>
        <pc:spChg chg="mod">
          <ac:chgData name="Walkey, Helen C" userId="80814b1d-42a1-48c1-84aa-efb7524552c1" providerId="ADAL" clId="{37198984-9AA1-40DD-9F5C-EEAF621817BD}" dt="2026-10-22T12:23:54.615" v="9" actId="20577"/>
          <ac:spMkLst>
            <pc:docMk/>
            <pc:sldMk cId="0" sldId="257"/>
            <ac:spMk id="14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13:48.689" v="220" actId="164"/>
          <ac:spMkLst>
            <pc:docMk/>
            <pc:sldMk cId="0" sldId="257"/>
            <ac:spMk id="36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13:48.689" v="220" actId="164"/>
          <ac:spMkLst>
            <pc:docMk/>
            <pc:sldMk cId="0" sldId="257"/>
            <ac:spMk id="37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2:32:54.208" v="118" actId="164"/>
          <ac:spMkLst>
            <pc:docMk/>
            <pc:sldMk cId="0" sldId="257"/>
            <ac:spMk id="39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2:32:54.208" v="118" actId="164"/>
          <ac:spMkLst>
            <pc:docMk/>
            <pc:sldMk cId="0" sldId="257"/>
            <ac:spMk id="40" creationId="{00000000-0000-0000-0000-000000000000}"/>
          </ac:spMkLst>
        </pc:spChg>
        <pc:spChg chg="add mod">
          <ac:chgData name="Walkey, Helen C" userId="80814b1d-42a1-48c1-84aa-efb7524552c1" providerId="ADAL" clId="{37198984-9AA1-40DD-9F5C-EEAF621817BD}" dt="2026-10-22T12:30:07.698" v="79" actId="20577"/>
          <ac:spMkLst>
            <pc:docMk/>
            <pc:sldMk cId="0" sldId="257"/>
            <ac:spMk id="44" creationId="{5C443604-6245-FE79-848C-A6C0DDE168D0}"/>
          </ac:spMkLst>
        </pc:spChg>
        <pc:spChg chg="add del">
          <ac:chgData name="Walkey, Helen C" userId="80814b1d-42a1-48c1-84aa-efb7524552c1" providerId="ADAL" clId="{37198984-9AA1-40DD-9F5C-EEAF621817BD}" dt="2026-10-22T12:32:35.566" v="115" actId="22"/>
          <ac:spMkLst>
            <pc:docMk/>
            <pc:sldMk cId="0" sldId="257"/>
            <ac:spMk id="46" creationId="{B3744820-80BD-058B-66FF-3BFDC21F96CA}"/>
          </ac:spMkLst>
        </pc:spChg>
        <pc:spChg chg="add del">
          <ac:chgData name="Walkey, Helen C" userId="80814b1d-42a1-48c1-84aa-efb7524552c1" providerId="ADAL" clId="{37198984-9AA1-40DD-9F5C-EEAF621817BD}" dt="2026-10-22T12:32:35.566" v="115" actId="22"/>
          <ac:spMkLst>
            <pc:docMk/>
            <pc:sldMk cId="0" sldId="257"/>
            <ac:spMk id="48" creationId="{38A8C313-7BA9-C7A9-9773-502FD41DB942}"/>
          </ac:spMkLst>
        </pc:spChg>
        <pc:spChg chg="add del">
          <ac:chgData name="Walkey, Helen C" userId="80814b1d-42a1-48c1-84aa-efb7524552c1" providerId="ADAL" clId="{37198984-9AA1-40DD-9F5C-EEAF621817BD}" dt="2026-10-22T12:32:43.881" v="117" actId="478"/>
          <ac:spMkLst>
            <pc:docMk/>
            <pc:sldMk cId="0" sldId="257"/>
            <ac:spMk id="50" creationId="{B613DC3F-A260-660C-F3C2-101D6B8DEBD9}"/>
          </ac:spMkLst>
        </pc:spChg>
        <pc:spChg chg="add del">
          <ac:chgData name="Walkey, Helen C" userId="80814b1d-42a1-48c1-84aa-efb7524552c1" providerId="ADAL" clId="{37198984-9AA1-40DD-9F5C-EEAF621817BD}" dt="2026-10-22T13:14:32.735" v="227" actId="478"/>
          <ac:spMkLst>
            <pc:docMk/>
            <pc:sldMk cId="0" sldId="257"/>
            <ac:spMk id="54" creationId="{30E225FD-3B31-FEBA-7E8F-1EDD55AE6D39}"/>
          </ac:spMkLst>
        </pc:spChg>
        <pc:spChg chg="add del">
          <ac:chgData name="Walkey, Helen C" userId="80814b1d-42a1-48c1-84aa-efb7524552c1" providerId="ADAL" clId="{37198984-9AA1-40DD-9F5C-EEAF621817BD}" dt="2026-10-22T13:14:02.531" v="224" actId="22"/>
          <ac:spMkLst>
            <pc:docMk/>
            <pc:sldMk cId="0" sldId="257"/>
            <ac:spMk id="56" creationId="{6BCE5F53-2A0E-6DAB-2E5F-D64253DB72DC}"/>
          </ac:spMkLst>
        </pc:spChg>
        <pc:spChg chg="mod">
          <ac:chgData name="Walkey, Helen C" userId="80814b1d-42a1-48c1-84aa-efb7524552c1" providerId="ADAL" clId="{37198984-9AA1-40DD-9F5C-EEAF621817BD}" dt="2026-10-22T13:14:18.338" v="225"/>
          <ac:spMkLst>
            <pc:docMk/>
            <pc:sldMk cId="0" sldId="257"/>
            <ac:spMk id="58" creationId="{1B0632D0-7526-2351-8559-B1854BDD4AD8}"/>
          </ac:spMkLst>
        </pc:spChg>
        <pc:spChg chg="mod">
          <ac:chgData name="Walkey, Helen C" userId="80814b1d-42a1-48c1-84aa-efb7524552c1" providerId="ADAL" clId="{37198984-9AA1-40DD-9F5C-EEAF621817BD}" dt="2026-10-22T13:14:18.338" v="225"/>
          <ac:spMkLst>
            <pc:docMk/>
            <pc:sldMk cId="0" sldId="257"/>
            <ac:spMk id="59" creationId="{9FE75A08-77E0-FA4F-8D8F-5E81114DBCBC}"/>
          </ac:spMkLst>
        </pc:spChg>
        <pc:spChg chg="add">
          <ac:chgData name="Walkey, Helen C" userId="80814b1d-42a1-48c1-84aa-efb7524552c1" providerId="ADAL" clId="{37198984-9AA1-40DD-9F5C-EEAF621817BD}" dt="2026-10-22T13:14:44.660" v="228" actId="22"/>
          <ac:spMkLst>
            <pc:docMk/>
            <pc:sldMk cId="0" sldId="257"/>
            <ac:spMk id="61" creationId="{D5153D26-ACD5-A682-34A3-9A75E7608E55}"/>
          </ac:spMkLst>
        </pc:spChg>
        <pc:grpChg chg="add del mod">
          <ac:chgData name="Walkey, Helen C" userId="80814b1d-42a1-48c1-84aa-efb7524552c1" providerId="ADAL" clId="{37198984-9AA1-40DD-9F5C-EEAF621817BD}" dt="2026-10-22T13:13:50.754" v="221" actId="478"/>
          <ac:grpSpMkLst>
            <pc:docMk/>
            <pc:sldMk cId="0" sldId="257"/>
            <ac:grpSpMk id="51" creationId="{FFB0FB34-363B-E33A-6183-5D38670C8A8A}"/>
          </ac:grpSpMkLst>
        </pc:grpChg>
        <pc:grpChg chg="add mod">
          <ac:chgData name="Walkey, Helen C" userId="80814b1d-42a1-48c1-84aa-efb7524552c1" providerId="ADAL" clId="{37198984-9AA1-40DD-9F5C-EEAF621817BD}" dt="2026-10-22T13:13:48.689" v="220" actId="164"/>
          <ac:grpSpMkLst>
            <pc:docMk/>
            <pc:sldMk cId="0" sldId="257"/>
            <ac:grpSpMk id="52" creationId="{1D10BC06-253E-6D66-331D-F07FF909ABB4}"/>
          </ac:grpSpMkLst>
        </pc:grpChg>
        <pc:grpChg chg="add mod">
          <ac:chgData name="Walkey, Helen C" userId="80814b1d-42a1-48c1-84aa-efb7524552c1" providerId="ADAL" clId="{37198984-9AA1-40DD-9F5C-EEAF621817BD}" dt="2026-10-22T13:14:23.214" v="226" actId="1076"/>
          <ac:grpSpMkLst>
            <pc:docMk/>
            <pc:sldMk cId="0" sldId="257"/>
            <ac:grpSpMk id="57" creationId="{FC54C57A-E0D9-7B5C-70DA-20817EA2112E}"/>
          </ac:grpSpMkLst>
        </pc:grpChg>
      </pc:sldChg>
      <pc:sldChg chg="addSp delSp modSp mod">
        <pc:chgData name="Walkey, Helen C" userId="80814b1d-42a1-48c1-84aa-efb7524552c1" providerId="ADAL" clId="{37198984-9AA1-40DD-9F5C-EEAF621817BD}" dt="2026-10-22T13:08:55.902" v="148" actId="1076"/>
        <pc:sldMkLst>
          <pc:docMk/>
          <pc:sldMk cId="0" sldId="258"/>
        </pc:sldMkLst>
        <pc:spChg chg="mod">
          <ac:chgData name="Walkey, Helen C" userId="80814b1d-42a1-48c1-84aa-efb7524552c1" providerId="ADAL" clId="{37198984-9AA1-40DD-9F5C-EEAF621817BD}" dt="2026-10-22T12:26:29.218" v="48" actId="20577"/>
          <ac:spMkLst>
            <pc:docMk/>
            <pc:sldMk cId="0" sldId="258"/>
            <ac:spMk id="14" creationId="{00000000-0000-0000-0000-000000000000}"/>
          </ac:spMkLst>
        </pc:spChg>
        <pc:spChg chg="del">
          <ac:chgData name="Walkey, Helen C" userId="80814b1d-42a1-48c1-84aa-efb7524552c1" providerId="ADAL" clId="{37198984-9AA1-40DD-9F5C-EEAF621817BD}" dt="2026-10-22T13:08:27.976" v="142" actId="478"/>
          <ac:spMkLst>
            <pc:docMk/>
            <pc:sldMk cId="0" sldId="258"/>
            <ac:spMk id="33" creationId="{00000000-0000-0000-0000-000000000000}"/>
          </ac:spMkLst>
        </pc:spChg>
        <pc:spChg chg="del">
          <ac:chgData name="Walkey, Helen C" userId="80814b1d-42a1-48c1-84aa-efb7524552c1" providerId="ADAL" clId="{37198984-9AA1-40DD-9F5C-EEAF621817BD}" dt="2026-10-22T13:08:24.362" v="141" actId="478"/>
          <ac:spMkLst>
            <pc:docMk/>
            <pc:sldMk cId="0" sldId="258"/>
            <ac:spMk id="34" creationId="{00000000-0000-0000-0000-000000000000}"/>
          </ac:spMkLst>
        </pc:spChg>
        <pc:spChg chg="del">
          <ac:chgData name="Walkey, Helen C" userId="80814b1d-42a1-48c1-84aa-efb7524552c1" providerId="ADAL" clId="{37198984-9AA1-40DD-9F5C-EEAF621817BD}" dt="2026-10-22T13:08:43.825" v="146" actId="478"/>
          <ac:spMkLst>
            <pc:docMk/>
            <pc:sldMk cId="0" sldId="258"/>
            <ac:spMk id="36" creationId="{00000000-0000-0000-0000-000000000000}"/>
          </ac:spMkLst>
        </pc:spChg>
        <pc:spChg chg="add mod">
          <ac:chgData name="Walkey, Helen C" userId="80814b1d-42a1-48c1-84aa-efb7524552c1" providerId="ADAL" clId="{37198984-9AA1-40DD-9F5C-EEAF621817BD}" dt="2026-10-22T12:25:41.185" v="13" actId="164"/>
          <ac:spMkLst>
            <pc:docMk/>
            <pc:sldMk cId="0" sldId="258"/>
            <ac:spMk id="42" creationId="{2282F8AB-4050-E53A-F450-079C4081999F}"/>
          </ac:spMkLst>
        </pc:spChg>
        <pc:spChg chg="add mod">
          <ac:chgData name="Walkey, Helen C" userId="80814b1d-42a1-48c1-84aa-efb7524552c1" providerId="ADAL" clId="{37198984-9AA1-40DD-9F5C-EEAF621817BD}" dt="2026-10-22T13:07:16.477" v="140" actId="20577"/>
          <ac:spMkLst>
            <pc:docMk/>
            <pc:sldMk cId="0" sldId="258"/>
            <ac:spMk id="44" creationId="{2A3D4664-02FF-01A3-6C82-EFFEF0E26CFB}"/>
          </ac:spMkLst>
        </pc:spChg>
        <pc:spChg chg="mod">
          <ac:chgData name="Walkey, Helen C" userId="80814b1d-42a1-48c1-84aa-efb7524552c1" providerId="ADAL" clId="{37198984-9AA1-40DD-9F5C-EEAF621817BD}" dt="2026-10-22T13:08:28.899" v="143"/>
          <ac:spMkLst>
            <pc:docMk/>
            <pc:sldMk cId="0" sldId="258"/>
            <ac:spMk id="47" creationId="{44E68BAA-8A03-CC7A-901A-C85E91053ABF}"/>
          </ac:spMkLst>
        </pc:spChg>
        <pc:spChg chg="mod">
          <ac:chgData name="Walkey, Helen C" userId="80814b1d-42a1-48c1-84aa-efb7524552c1" providerId="ADAL" clId="{37198984-9AA1-40DD-9F5C-EEAF621817BD}" dt="2026-10-22T13:08:28.899" v="143"/>
          <ac:spMkLst>
            <pc:docMk/>
            <pc:sldMk cId="0" sldId="258"/>
            <ac:spMk id="48" creationId="{2659925F-B520-AB84-1913-DAA2174EE0D6}"/>
          </ac:spMkLst>
        </pc:spChg>
        <pc:spChg chg="mod">
          <ac:chgData name="Walkey, Helen C" userId="80814b1d-42a1-48c1-84aa-efb7524552c1" providerId="ADAL" clId="{37198984-9AA1-40DD-9F5C-EEAF621817BD}" dt="2026-10-22T13:08:45.270" v="147"/>
          <ac:spMkLst>
            <pc:docMk/>
            <pc:sldMk cId="0" sldId="258"/>
            <ac:spMk id="50" creationId="{CAD73F20-FA1E-875F-6556-A772BF23A92D}"/>
          </ac:spMkLst>
        </pc:spChg>
        <pc:spChg chg="mod">
          <ac:chgData name="Walkey, Helen C" userId="80814b1d-42a1-48c1-84aa-efb7524552c1" providerId="ADAL" clId="{37198984-9AA1-40DD-9F5C-EEAF621817BD}" dt="2026-10-22T13:08:45.270" v="147"/>
          <ac:spMkLst>
            <pc:docMk/>
            <pc:sldMk cId="0" sldId="258"/>
            <ac:spMk id="51" creationId="{DBFD25B9-DCCF-DC76-C87E-5E380DA07545}"/>
          </ac:spMkLst>
        </pc:spChg>
        <pc:grpChg chg="add mod">
          <ac:chgData name="Walkey, Helen C" userId="80814b1d-42a1-48c1-84aa-efb7524552c1" providerId="ADAL" clId="{37198984-9AA1-40DD-9F5C-EEAF621817BD}" dt="2026-10-22T12:26:15.969" v="16" actId="14100"/>
          <ac:grpSpMkLst>
            <pc:docMk/>
            <pc:sldMk cId="0" sldId="258"/>
            <ac:grpSpMk id="45" creationId="{894E29DC-686F-1399-ADD2-A729B5C1566D}"/>
          </ac:grpSpMkLst>
        </pc:grpChg>
        <pc:grpChg chg="add mod">
          <ac:chgData name="Walkey, Helen C" userId="80814b1d-42a1-48c1-84aa-efb7524552c1" providerId="ADAL" clId="{37198984-9AA1-40DD-9F5C-EEAF621817BD}" dt="2026-10-22T13:08:41.625" v="145" actId="1076"/>
          <ac:grpSpMkLst>
            <pc:docMk/>
            <pc:sldMk cId="0" sldId="258"/>
            <ac:grpSpMk id="46" creationId="{74316844-861F-4409-7B27-AA3E521B0C69}"/>
          </ac:grpSpMkLst>
        </pc:grpChg>
        <pc:grpChg chg="add mod">
          <ac:chgData name="Walkey, Helen C" userId="80814b1d-42a1-48c1-84aa-efb7524552c1" providerId="ADAL" clId="{37198984-9AA1-40DD-9F5C-EEAF621817BD}" dt="2026-10-22T13:08:55.902" v="148" actId="1076"/>
          <ac:grpSpMkLst>
            <pc:docMk/>
            <pc:sldMk cId="0" sldId="258"/>
            <ac:grpSpMk id="49" creationId="{37959A04-79B9-981B-A3FA-E346B375EAB7}"/>
          </ac:grpSpMkLst>
        </pc:grpChg>
      </pc:sldChg>
      <pc:sldChg chg="addSp delSp modSp mod">
        <pc:chgData name="Walkey, Helen C" userId="80814b1d-42a1-48c1-84aa-efb7524552c1" providerId="ADAL" clId="{37198984-9AA1-40DD-9F5C-EEAF621817BD}" dt="2026-10-22T13:40:08.571" v="374" actId="20577"/>
        <pc:sldMkLst>
          <pc:docMk/>
          <pc:sldMk cId="0" sldId="259"/>
        </pc:sldMkLst>
        <pc:spChg chg="mod">
          <ac:chgData name="Walkey, Helen C" userId="80814b1d-42a1-48c1-84aa-efb7524552c1" providerId="ADAL" clId="{37198984-9AA1-40DD-9F5C-EEAF621817BD}" dt="2026-10-22T12:26:55.686" v="50" actId="20577"/>
          <ac:spMkLst>
            <pc:docMk/>
            <pc:sldMk cId="0" sldId="259"/>
            <ac:spMk id="14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2:27:41.713" v="52" actId="20577"/>
          <ac:spMkLst>
            <pc:docMk/>
            <pc:sldMk cId="0" sldId="259"/>
            <ac:spMk id="28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40:08.571" v="374" actId="20577"/>
          <ac:spMkLst>
            <pc:docMk/>
            <pc:sldMk cId="0" sldId="259"/>
            <ac:spMk id="35" creationId="{00000000-0000-0000-0000-000000000000}"/>
          </ac:spMkLst>
        </pc:spChg>
        <pc:spChg chg="del mod">
          <ac:chgData name="Walkey, Helen C" userId="80814b1d-42a1-48c1-84aa-efb7524552c1" providerId="ADAL" clId="{37198984-9AA1-40DD-9F5C-EEAF621817BD}" dt="2026-10-22T12:31:04.978" v="96" actId="478"/>
          <ac:spMkLst>
            <pc:docMk/>
            <pc:sldMk cId="0" sldId="259"/>
            <ac:spMk id="42" creationId="{00000000-0000-0000-0000-000000000000}"/>
          </ac:spMkLst>
        </pc:spChg>
        <pc:spChg chg="add mod">
          <ac:chgData name="Walkey, Helen C" userId="80814b1d-42a1-48c1-84aa-efb7524552c1" providerId="ADAL" clId="{37198984-9AA1-40DD-9F5C-EEAF621817BD}" dt="2026-10-22T13:39:07.153" v="316" actId="20577"/>
          <ac:spMkLst>
            <pc:docMk/>
            <pc:sldMk cId="0" sldId="259"/>
            <ac:spMk id="45" creationId="{8780E956-09B2-3315-A429-F7825D02DC2B}"/>
          </ac:spMkLst>
        </pc:spChg>
      </pc:sldChg>
      <pc:sldChg chg="addSp delSp modSp mod">
        <pc:chgData name="Walkey, Helen C" userId="80814b1d-42a1-48c1-84aa-efb7524552c1" providerId="ADAL" clId="{37198984-9AA1-40DD-9F5C-EEAF621817BD}" dt="2026-10-22T13:13:23.230" v="219" actId="20577"/>
        <pc:sldMkLst>
          <pc:docMk/>
          <pc:sldMk cId="0" sldId="260"/>
        </pc:sldMkLst>
        <pc:spChg chg="mod">
          <ac:chgData name="Walkey, Helen C" userId="80814b1d-42a1-48c1-84aa-efb7524552c1" providerId="ADAL" clId="{37198984-9AA1-40DD-9F5C-EEAF621817BD}" dt="2026-10-22T12:31:31.905" v="113" actId="20577"/>
          <ac:spMkLst>
            <pc:docMk/>
            <pc:sldMk cId="0" sldId="260"/>
            <ac:spMk id="14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09:57.011" v="167" actId="20577"/>
          <ac:spMkLst>
            <pc:docMk/>
            <pc:sldMk cId="0" sldId="260"/>
            <ac:spMk id="18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12:37.616" v="179" actId="1076"/>
          <ac:spMkLst>
            <pc:docMk/>
            <pc:sldMk cId="0" sldId="260"/>
            <ac:spMk id="30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10:58.340" v="169" actId="164"/>
          <ac:spMkLst>
            <pc:docMk/>
            <pc:sldMk cId="0" sldId="260"/>
            <ac:spMk id="36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10:58.340" v="169" actId="164"/>
          <ac:spMkLst>
            <pc:docMk/>
            <pc:sldMk cId="0" sldId="260"/>
            <ac:spMk id="37" creationId="{00000000-0000-0000-0000-000000000000}"/>
          </ac:spMkLst>
        </pc:spChg>
        <pc:spChg chg="del">
          <ac:chgData name="Walkey, Helen C" userId="80814b1d-42a1-48c1-84aa-efb7524552c1" providerId="ADAL" clId="{37198984-9AA1-40DD-9F5C-EEAF621817BD}" dt="2026-10-22T12:33:11.191" v="120" actId="478"/>
          <ac:spMkLst>
            <pc:docMk/>
            <pc:sldMk cId="0" sldId="260"/>
            <ac:spMk id="39" creationId="{00000000-0000-0000-0000-000000000000}"/>
          </ac:spMkLst>
        </pc:spChg>
        <pc:spChg chg="add mod">
          <ac:chgData name="Walkey, Helen C" userId="80814b1d-42a1-48c1-84aa-efb7524552c1" providerId="ADAL" clId="{37198984-9AA1-40DD-9F5C-EEAF621817BD}" dt="2026-10-22T12:31:17.490" v="111" actId="20577"/>
          <ac:spMkLst>
            <pc:docMk/>
            <pc:sldMk cId="0" sldId="260"/>
            <ac:spMk id="44" creationId="{0A6D44B6-DC0D-223A-D3A4-48A197CEEF65}"/>
          </ac:spMkLst>
        </pc:spChg>
        <pc:spChg chg="mod">
          <ac:chgData name="Walkey, Helen C" userId="80814b1d-42a1-48c1-84aa-efb7524552c1" providerId="ADAL" clId="{37198984-9AA1-40DD-9F5C-EEAF621817BD}" dt="2026-10-22T12:33:08.333" v="119"/>
          <ac:spMkLst>
            <pc:docMk/>
            <pc:sldMk cId="0" sldId="260"/>
            <ac:spMk id="46" creationId="{83665264-9A07-66EA-DC64-9B6D412D344F}"/>
          </ac:spMkLst>
        </pc:spChg>
        <pc:spChg chg="mod">
          <ac:chgData name="Walkey, Helen C" userId="80814b1d-42a1-48c1-84aa-efb7524552c1" providerId="ADAL" clId="{37198984-9AA1-40DD-9F5C-EEAF621817BD}" dt="2026-10-22T12:33:08.333" v="119"/>
          <ac:spMkLst>
            <pc:docMk/>
            <pc:sldMk cId="0" sldId="260"/>
            <ac:spMk id="47" creationId="{700F2211-38E9-A0D5-56F9-0C370C4B9806}"/>
          </ac:spMkLst>
        </pc:spChg>
        <pc:spChg chg="mod">
          <ac:chgData name="Walkey, Helen C" userId="80814b1d-42a1-48c1-84aa-efb7524552c1" providerId="ADAL" clId="{37198984-9AA1-40DD-9F5C-EEAF621817BD}" dt="2026-10-22T13:10:59.576" v="170"/>
          <ac:spMkLst>
            <pc:docMk/>
            <pc:sldMk cId="0" sldId="260"/>
            <ac:spMk id="50" creationId="{5B300B4D-2230-6C3B-A4C7-AC4EBAD5BF64}"/>
          </ac:spMkLst>
        </pc:spChg>
        <pc:spChg chg="mod">
          <ac:chgData name="Walkey, Helen C" userId="80814b1d-42a1-48c1-84aa-efb7524552c1" providerId="ADAL" clId="{37198984-9AA1-40DD-9F5C-EEAF621817BD}" dt="2026-10-22T13:10:59.576" v="170"/>
          <ac:spMkLst>
            <pc:docMk/>
            <pc:sldMk cId="0" sldId="260"/>
            <ac:spMk id="51" creationId="{75F2B10D-2152-9C76-34CD-5C5A6EAAC593}"/>
          </ac:spMkLst>
        </pc:spChg>
        <pc:spChg chg="add mod">
          <ac:chgData name="Walkey, Helen C" userId="80814b1d-42a1-48c1-84aa-efb7524552c1" providerId="ADAL" clId="{37198984-9AA1-40DD-9F5C-EEAF621817BD}" dt="2026-10-22T13:13:23.230" v="219" actId="20577"/>
          <ac:spMkLst>
            <pc:docMk/>
            <pc:sldMk cId="0" sldId="260"/>
            <ac:spMk id="53" creationId="{D1CDC15E-D454-0265-3173-1ACE2AA2FA33}"/>
          </ac:spMkLst>
        </pc:spChg>
        <pc:grpChg chg="add del mod">
          <ac:chgData name="Walkey, Helen C" userId="80814b1d-42a1-48c1-84aa-efb7524552c1" providerId="ADAL" clId="{37198984-9AA1-40DD-9F5C-EEAF621817BD}" dt="2026-10-22T13:10:46.873" v="168" actId="478"/>
          <ac:grpSpMkLst>
            <pc:docMk/>
            <pc:sldMk cId="0" sldId="260"/>
            <ac:grpSpMk id="45" creationId="{06E755A3-59D2-2C4C-CC99-CBE1B369BB22}"/>
          </ac:grpSpMkLst>
        </pc:grpChg>
        <pc:grpChg chg="add mod">
          <ac:chgData name="Walkey, Helen C" userId="80814b1d-42a1-48c1-84aa-efb7524552c1" providerId="ADAL" clId="{37198984-9AA1-40DD-9F5C-EEAF621817BD}" dt="2026-10-22T13:10:58.340" v="169" actId="164"/>
          <ac:grpSpMkLst>
            <pc:docMk/>
            <pc:sldMk cId="0" sldId="260"/>
            <ac:grpSpMk id="48" creationId="{B86D2A0D-2AF6-8968-8C76-6A06F59955D5}"/>
          </ac:grpSpMkLst>
        </pc:grpChg>
        <pc:grpChg chg="add mod">
          <ac:chgData name="Walkey, Helen C" userId="80814b1d-42a1-48c1-84aa-efb7524552c1" providerId="ADAL" clId="{37198984-9AA1-40DD-9F5C-EEAF621817BD}" dt="2026-10-22T13:11:07.071" v="171" actId="1076"/>
          <ac:grpSpMkLst>
            <pc:docMk/>
            <pc:sldMk cId="0" sldId="260"/>
            <ac:grpSpMk id="49" creationId="{9BF128F6-A54D-739F-17F8-9EAA4D2E9AA6}"/>
          </ac:grpSpMkLst>
        </pc:grpChg>
      </pc:sldChg>
      <pc:sldChg chg="addSp delSp modSp mod">
        <pc:chgData name="Walkey, Helen C" userId="80814b1d-42a1-48c1-84aa-efb7524552c1" providerId="ADAL" clId="{37198984-9AA1-40DD-9F5C-EEAF621817BD}" dt="2026-10-22T13:19:05.127" v="269" actId="14100"/>
        <pc:sldMkLst>
          <pc:docMk/>
          <pc:sldMk cId="0" sldId="261"/>
        </pc:sldMkLst>
        <pc:spChg chg="del">
          <ac:chgData name="Walkey, Helen C" userId="80814b1d-42a1-48c1-84aa-efb7524552c1" providerId="ADAL" clId="{37198984-9AA1-40DD-9F5C-EEAF621817BD}" dt="2026-10-22T13:18:06.967" v="263" actId="478"/>
          <ac:spMkLst>
            <pc:docMk/>
            <pc:sldMk cId="0" sldId="261"/>
            <ac:spMk id="33" creationId="{00000000-0000-0000-0000-000000000000}"/>
          </ac:spMkLst>
        </pc:spChg>
        <pc:spChg chg="mod ord">
          <ac:chgData name="Walkey, Helen C" userId="80814b1d-42a1-48c1-84aa-efb7524552c1" providerId="ADAL" clId="{37198984-9AA1-40DD-9F5C-EEAF621817BD}" dt="2026-10-22T13:18:03.685" v="262" actId="167"/>
          <ac:spMkLst>
            <pc:docMk/>
            <pc:sldMk cId="0" sldId="261"/>
            <ac:spMk id="36" creationId="{00000000-0000-0000-0000-000000000000}"/>
          </ac:spMkLst>
        </pc:spChg>
        <pc:spChg chg="del">
          <ac:chgData name="Walkey, Helen C" userId="80814b1d-42a1-48c1-84aa-efb7524552c1" providerId="ADAL" clId="{37198984-9AA1-40DD-9F5C-EEAF621817BD}" dt="2026-10-22T13:19:00.962" v="268" actId="478"/>
          <ac:spMkLst>
            <pc:docMk/>
            <pc:sldMk cId="0" sldId="261"/>
            <ac:spMk id="39" creationId="{00000000-0000-0000-0000-000000000000}"/>
          </ac:spMkLst>
        </pc:spChg>
        <pc:spChg chg="del mod">
          <ac:chgData name="Walkey, Helen C" userId="80814b1d-42a1-48c1-84aa-efb7524552c1" providerId="ADAL" clId="{37198984-9AA1-40DD-9F5C-EEAF621817BD}" dt="2026-10-22T13:18:59.274" v="267" actId="478"/>
          <ac:spMkLst>
            <pc:docMk/>
            <pc:sldMk cId="0" sldId="261"/>
            <ac:spMk id="40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19:05.127" v="269" actId="14100"/>
          <ac:spMkLst>
            <pc:docMk/>
            <pc:sldMk cId="0" sldId="261"/>
            <ac:spMk id="41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17:34.591" v="259"/>
          <ac:spMkLst>
            <pc:docMk/>
            <pc:sldMk cId="0" sldId="261"/>
            <ac:spMk id="44" creationId="{84D3E0A9-14F3-ADF7-22E8-23C3A2C6A92A}"/>
          </ac:spMkLst>
        </pc:spChg>
        <pc:spChg chg="mod">
          <ac:chgData name="Walkey, Helen C" userId="80814b1d-42a1-48c1-84aa-efb7524552c1" providerId="ADAL" clId="{37198984-9AA1-40DD-9F5C-EEAF621817BD}" dt="2026-10-22T13:17:34.591" v="259"/>
          <ac:spMkLst>
            <pc:docMk/>
            <pc:sldMk cId="0" sldId="261"/>
            <ac:spMk id="45" creationId="{336C8871-1056-7FC0-B106-60689A10C023}"/>
          </ac:spMkLst>
        </pc:spChg>
        <pc:spChg chg="mod">
          <ac:chgData name="Walkey, Helen C" userId="80814b1d-42a1-48c1-84aa-efb7524552c1" providerId="ADAL" clId="{37198984-9AA1-40DD-9F5C-EEAF621817BD}" dt="2026-10-22T13:17:34.591" v="259"/>
          <ac:spMkLst>
            <pc:docMk/>
            <pc:sldMk cId="0" sldId="261"/>
            <ac:spMk id="47" creationId="{E230F825-1EC4-96FD-FF8B-0756FF0A60C5}"/>
          </ac:spMkLst>
        </pc:spChg>
        <pc:spChg chg="mod">
          <ac:chgData name="Walkey, Helen C" userId="80814b1d-42a1-48c1-84aa-efb7524552c1" providerId="ADAL" clId="{37198984-9AA1-40DD-9F5C-EEAF621817BD}" dt="2026-10-22T13:17:34.591" v="259"/>
          <ac:spMkLst>
            <pc:docMk/>
            <pc:sldMk cId="0" sldId="261"/>
            <ac:spMk id="48" creationId="{72C81B1A-D542-7B91-B308-90B7758CBC2D}"/>
          </ac:spMkLst>
        </pc:spChg>
        <pc:spChg chg="mod">
          <ac:chgData name="Walkey, Helen C" userId="80814b1d-42a1-48c1-84aa-efb7524552c1" providerId="ADAL" clId="{37198984-9AA1-40DD-9F5C-EEAF621817BD}" dt="2026-10-22T13:18:10.709" v="264"/>
          <ac:spMkLst>
            <pc:docMk/>
            <pc:sldMk cId="0" sldId="261"/>
            <ac:spMk id="50" creationId="{25C54DDC-C24A-A573-8E74-2ED7FC842019}"/>
          </ac:spMkLst>
        </pc:spChg>
        <pc:spChg chg="mod">
          <ac:chgData name="Walkey, Helen C" userId="80814b1d-42a1-48c1-84aa-efb7524552c1" providerId="ADAL" clId="{37198984-9AA1-40DD-9F5C-EEAF621817BD}" dt="2026-10-22T13:18:10.709" v="264"/>
          <ac:spMkLst>
            <pc:docMk/>
            <pc:sldMk cId="0" sldId="261"/>
            <ac:spMk id="51" creationId="{9F9034CA-5864-C047-BFFB-7AFC12B83FBA}"/>
          </ac:spMkLst>
        </pc:spChg>
        <pc:grpChg chg="add mod ord">
          <ac:chgData name="Walkey, Helen C" userId="80814b1d-42a1-48c1-84aa-efb7524552c1" providerId="ADAL" clId="{37198984-9AA1-40DD-9F5C-EEAF621817BD}" dt="2026-10-22T13:18:03.685" v="262" actId="167"/>
          <ac:grpSpMkLst>
            <pc:docMk/>
            <pc:sldMk cId="0" sldId="261"/>
            <ac:grpSpMk id="43" creationId="{9E0EDDA3-1BFC-1F61-528F-33CFCC10107B}"/>
          </ac:grpSpMkLst>
        </pc:grpChg>
        <pc:grpChg chg="add mod">
          <ac:chgData name="Walkey, Helen C" userId="80814b1d-42a1-48c1-84aa-efb7524552c1" providerId="ADAL" clId="{37198984-9AA1-40DD-9F5C-EEAF621817BD}" dt="2026-10-22T13:17:34.591" v="259"/>
          <ac:grpSpMkLst>
            <pc:docMk/>
            <pc:sldMk cId="0" sldId="261"/>
            <ac:grpSpMk id="46" creationId="{92A7DEDB-F5C1-6E09-2581-9FB0429CE8A5}"/>
          </ac:grpSpMkLst>
        </pc:grpChg>
        <pc:grpChg chg="add mod">
          <ac:chgData name="Walkey, Helen C" userId="80814b1d-42a1-48c1-84aa-efb7524552c1" providerId="ADAL" clId="{37198984-9AA1-40DD-9F5C-EEAF621817BD}" dt="2026-10-22T13:18:17.052" v="265" actId="1076"/>
          <ac:grpSpMkLst>
            <pc:docMk/>
            <pc:sldMk cId="0" sldId="261"/>
            <ac:grpSpMk id="49" creationId="{99A32631-E4C1-3B2D-1E9E-3CC55D7578FF}"/>
          </ac:grpSpMkLst>
        </pc:grpChg>
      </pc:sldChg>
      <pc:sldChg chg="addSp delSp modSp mod">
        <pc:chgData name="Walkey, Helen C" userId="80814b1d-42a1-48c1-84aa-efb7524552c1" providerId="ADAL" clId="{37198984-9AA1-40DD-9F5C-EEAF621817BD}" dt="2026-10-22T13:16:54.531" v="258" actId="478"/>
        <pc:sldMkLst>
          <pc:docMk/>
          <pc:sldMk cId="0" sldId="262"/>
        </pc:sldMkLst>
        <pc:spChg chg="add del mod">
          <ac:chgData name="Walkey, Helen C" userId="80814b1d-42a1-48c1-84aa-efb7524552c1" providerId="ADAL" clId="{37198984-9AA1-40DD-9F5C-EEAF621817BD}" dt="2026-10-22T13:16:54.531" v="258" actId="478"/>
          <ac:spMkLst>
            <pc:docMk/>
            <pc:sldMk cId="0" sldId="262"/>
            <ac:spMk id="39" creationId="{127FA6E6-B73E-AF1F-B903-A1956F637C69}"/>
          </ac:spMkLst>
        </pc:spChg>
        <pc:spChg chg="add mod">
          <ac:chgData name="Walkey, Helen C" userId="80814b1d-42a1-48c1-84aa-efb7524552c1" providerId="ADAL" clId="{37198984-9AA1-40DD-9F5C-EEAF621817BD}" dt="2026-10-22T13:16:45.611" v="257" actId="20577"/>
          <ac:spMkLst>
            <pc:docMk/>
            <pc:sldMk cId="0" sldId="262"/>
            <ac:spMk id="43" creationId="{94371EAE-CE7F-17BF-0C09-00F5D2252ED9}"/>
          </ac:spMkLst>
        </pc:spChg>
      </pc:sldChg>
      <pc:sldChg chg="modSp mod">
        <pc:chgData name="Walkey, Helen C" userId="80814b1d-42a1-48c1-84aa-efb7524552c1" providerId="ADAL" clId="{37198984-9AA1-40DD-9F5C-EEAF621817BD}" dt="2026-10-22T13:42:04.222" v="386" actId="20577"/>
        <pc:sldMkLst>
          <pc:docMk/>
          <pc:sldMk cId="0" sldId="263"/>
        </pc:sldMkLst>
        <pc:spChg chg="mod">
          <ac:chgData name="Walkey, Helen C" userId="80814b1d-42a1-48c1-84aa-efb7524552c1" providerId="ADAL" clId="{37198984-9AA1-40DD-9F5C-EEAF621817BD}" dt="2026-10-22T13:42:04.222" v="386" actId="20577"/>
          <ac:spMkLst>
            <pc:docMk/>
            <pc:sldMk cId="0" sldId="263"/>
            <ac:spMk id="2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42:00.004" v="382" actId="20577"/>
          <ac:spMkLst>
            <pc:docMk/>
            <pc:sldMk cId="0" sldId="263"/>
            <ac:spMk id="3" creationId="{00000000-0000-0000-0000-000000000000}"/>
          </ac:spMkLst>
        </pc:spChg>
      </pc:sldChg>
      <pc:sldChg chg="modSp mod">
        <pc:chgData name="Walkey, Helen C" userId="80814b1d-42a1-48c1-84aa-efb7524552c1" providerId="ADAL" clId="{37198984-9AA1-40DD-9F5C-EEAF621817BD}" dt="2026-10-22T13:42:45.589" v="396" actId="20577"/>
        <pc:sldMkLst>
          <pc:docMk/>
          <pc:sldMk cId="0" sldId="264"/>
        </pc:sldMkLst>
        <pc:spChg chg="mod">
          <ac:chgData name="Walkey, Helen C" userId="80814b1d-42a1-48c1-84aa-efb7524552c1" providerId="ADAL" clId="{37198984-9AA1-40DD-9F5C-EEAF621817BD}" dt="2026-10-22T13:42:45.589" v="396" actId="20577"/>
          <ac:spMkLst>
            <pc:docMk/>
            <pc:sldMk cId="0" sldId="264"/>
            <ac:spMk id="2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42:37.913" v="39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Walkey, Helen C" userId="80814b1d-42a1-48c1-84aa-efb7524552c1" providerId="ADAL" clId="{37198984-9AA1-40DD-9F5C-EEAF621817BD}" dt="2026-10-22T13:43:31.624" v="404" actId="20577"/>
        <pc:sldMkLst>
          <pc:docMk/>
          <pc:sldMk cId="0" sldId="265"/>
        </pc:sldMkLst>
        <pc:spChg chg="mod">
          <ac:chgData name="Walkey, Helen C" userId="80814b1d-42a1-48c1-84aa-efb7524552c1" providerId="ADAL" clId="{37198984-9AA1-40DD-9F5C-EEAF621817BD}" dt="2026-10-22T13:42:50.632" v="400" actId="20577"/>
          <ac:spMkLst>
            <pc:docMk/>
            <pc:sldMk cId="0" sldId="265"/>
            <ac:spMk id="2" creationId="{00000000-0000-0000-0000-000000000000}"/>
          </ac:spMkLst>
        </pc:spChg>
        <pc:spChg chg="mod">
          <ac:chgData name="Walkey, Helen C" userId="80814b1d-42a1-48c1-84aa-efb7524552c1" providerId="ADAL" clId="{37198984-9AA1-40DD-9F5C-EEAF621817BD}" dt="2026-10-22T13:43:31.624" v="404" actId="20577"/>
          <ac:spMkLst>
            <pc:docMk/>
            <pc:sldMk cId="0" sldId="265"/>
            <ac:spMk id="3" creationId="{00000000-0000-0000-0000-000000000000}"/>
          </ac:spMkLst>
        </pc:spChg>
      </pc:sldChg>
    </pc:docChg>
  </pc:docChgLst>
  <pc:docChgLst>
    <pc:chgData name="Whitaker, Charlotte J" userId="12271fd6-7136-49fb-a67d-d53ef9d2df56" providerId="ADAL" clId="{6A18FCA8-CFD9-49CB-AD4A-8D69BC05966E}"/>
    <pc:docChg chg="modSld">
      <pc:chgData name="Whitaker, Charlotte J" userId="12271fd6-7136-49fb-a67d-d53ef9d2df56" providerId="ADAL" clId="{6A18FCA8-CFD9-49CB-AD4A-8D69BC05966E}" dt="2026-10-22T12:25:30.969" v="0" actId="14100"/>
      <pc:docMkLst>
        <pc:docMk/>
      </pc:docMkLst>
      <pc:sldChg chg="modSp mod">
        <pc:chgData name="Whitaker, Charlotte J" userId="12271fd6-7136-49fb-a67d-d53ef9d2df56" providerId="ADAL" clId="{6A18FCA8-CFD9-49CB-AD4A-8D69BC05966E}" dt="2026-10-22T12:25:30.969" v="0" actId="14100"/>
        <pc:sldMkLst>
          <pc:docMk/>
          <pc:sldMk cId="0" sldId="256"/>
        </pc:sldMkLst>
        <pc:spChg chg="mod">
          <ac:chgData name="Whitaker, Charlotte J" userId="12271fd6-7136-49fb-a67d-d53ef9d2df56" providerId="ADAL" clId="{6A18FCA8-CFD9-49CB-AD4A-8D69BC05966E}" dt="2026-10-22T12:25:30.969" v="0" actId="14100"/>
          <ac:spMkLst>
            <pc:docMk/>
            <pc:sldMk cId="0" sldId="256"/>
            <ac:spMk id="45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P_IDs</c:v>
                </c:pt>
              </c:strCache>
            </c:strRef>
          </c:tx>
          <c:spPr>
            <a:solidFill>
              <a:srgbClr val="00D8D8"/>
            </a:solidFill>
          </c:spPr>
          <c:cat>
            <c:strRef>
              <c:f>Sheet1!$A$2:$A$10</c:f>
              <c:strCache>
                <c:ptCount val="9"/>
                <c:pt idx="0">
                  <c:v>Web Crawler</c:v>
                </c:pt>
                <c:pt idx="1">
                  <c:v>Zombie</c:v>
                </c:pt>
                <c:pt idx="2">
                  <c:v>Werewolf</c:v>
                </c:pt>
                <c:pt idx="3">
                  <c:v>Doppelgänger</c:v>
                </c:pt>
                <c:pt idx="4">
                  <c:v>Phantom</c:v>
                </c:pt>
                <c:pt idx="5">
                  <c:v>Shape-shifter</c:v>
                </c:pt>
                <c:pt idx="6">
                  <c:v>Vampire</c:v>
                </c:pt>
                <c:pt idx="7">
                  <c:v>Undead Student</c:v>
                </c:pt>
                <c:pt idx="8">
                  <c:v>Ghost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25</c:v>
                </c:pt>
                <c:pt idx="2">
                  <c:v>32</c:v>
                </c:pt>
                <c:pt idx="3">
                  <c:v>60</c:v>
                </c:pt>
                <c:pt idx="4">
                  <c:v>77</c:v>
                </c:pt>
                <c:pt idx="5">
                  <c:v>79</c:v>
                </c:pt>
                <c:pt idx="6">
                  <c:v>91</c:v>
                </c:pt>
                <c:pt idx="7">
                  <c:v>92</c:v>
                </c:pt>
                <c:pt idx="8">
                  <c:v>148</c:v>
                </c:pt>
              </c:numCache>
            </c:numRef>
          </c:val>
        </c:ser>
        <c:dLbls>
          <c:txPr>
            <a:bodyPr/>
            <a:lstStyle/>
            <a:p>
              <a:pPr>
                <a:defRPr sz="950" b="1">
                  <a:solidFill>
                    <a:srgbClr val="F5F7F7"/>
                  </a:solidFill>
                  <a:latin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A7B4B8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4.6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A7B4B8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P_IDs</c:v>
                </c:pt>
              </c:strCache>
            </c:strRef>
          </c:tx>
          <c:spPr>
            <a:solidFill>
              <a:srgbClr val="FF7A00"/>
            </a:solidFill>
          </c:spPr>
          <c:cat>
            <c:strRef>
              <c:f>Sheet1!$A$2:$A$5</c:f>
              <c:strCache>
                <c:ptCount val="4"/>
                <c:pt idx="0">
                  <c:v>Other pairs</c:v>
                </c:pt>
                <c:pt idx="1">
                  <c:v>Phantom + Werewolf</c:v>
                </c:pt>
                <c:pt idx="2">
                  <c:v>Ghost + Undead Student</c:v>
                </c:pt>
                <c:pt idx="3">
                  <c:v>Vampire + Zombie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2</c:v>
                </c:pt>
                <c:pt idx="2">
                  <c:v>4</c:v>
                </c:pt>
                <c:pt idx="3">
                  <c:v>23</c:v>
                </c:pt>
              </c:numCache>
            </c:numRef>
          </c:val>
        </c:ser>
        <c:dLbls>
          <c:txPr>
            <a:bodyPr/>
            <a:lstStyle/>
            <a:p>
              <a:pPr>
                <a:defRPr sz="950" b="1">
                  <a:solidFill>
                    <a:srgbClr val="F5F7F7"/>
                  </a:solidFill>
                  <a:latin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A7B4B8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7.139999999999997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A7B4B8"/>
          </a:solidFill>
          <a:latin typeface="Apto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P_IDs</c:v>
                </c:pt>
              </c:strCache>
            </c:strRef>
          </c:tx>
          <c:spPr>
            <a:solidFill>
              <a:srgbClr val="00D8D8"/>
            </a:solidFill>
          </c:spPr>
          <c:cat>
            <c:strRef>
              <c:f>Sheet1!$A$2:$A$10</c:f>
              <c:strCache>
                <c:ptCount val="9"/>
                <c:pt idx="0">
                  <c:v>Web Crawler</c:v>
                </c:pt>
                <c:pt idx="1">
                  <c:v>Ghost</c:v>
                </c:pt>
                <c:pt idx="2">
                  <c:v>Werewolf</c:v>
                </c:pt>
                <c:pt idx="3">
                  <c:v>Phantom</c:v>
                </c:pt>
                <c:pt idx="4">
                  <c:v>Zombie</c:v>
                </c:pt>
                <c:pt idx="5">
                  <c:v>Doppelgänger</c:v>
                </c:pt>
                <c:pt idx="6">
                  <c:v>Shape-shifter</c:v>
                </c:pt>
                <c:pt idx="7">
                  <c:v>Vampire</c:v>
                </c:pt>
                <c:pt idx="8">
                  <c:v>Undead Student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8</c:v>
                </c:pt>
                <c:pt idx="4">
                  <c:v>9</c:v>
                </c:pt>
                <c:pt idx="5">
                  <c:v>10</c:v>
                </c:pt>
                <c:pt idx="6">
                  <c:v>10</c:v>
                </c:pt>
                <c:pt idx="7">
                  <c:v>11</c:v>
                </c:pt>
                <c:pt idx="8">
                  <c:v>11</c:v>
                </c:pt>
              </c:numCache>
            </c:numRef>
          </c:val>
        </c:ser>
        <c:dLbls>
          <c:txPr>
            <a:bodyPr/>
            <a:lstStyle/>
            <a:p>
              <a:pPr>
                <a:defRPr sz="950" b="1">
                  <a:solidFill>
                    <a:srgbClr val="F5F7F7"/>
                  </a:solidFill>
                  <a:latin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50">
                <a:solidFill>
                  <a:srgbClr val="A7B4B8"/>
                </a:solidFill>
                <a:latin typeface="Apto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A7B4B8"/>
          </a:solidFill>
          <a:latin typeface="Apto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22893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A0F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2256877" y="170689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00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CoLab</a:t>
            </a:r>
            <a:endParaRPr lang="en-US" sz="1600">
              <a:solidFill>
                <a:srgbClr val="00D8D8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9875520" y="18288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kern="0" spc="110">
                <a:solidFill>
                  <a:srgbClr val="00D8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 MONSTER HACK</a:t>
            </a:r>
            <a:endParaRPr lang="en-US" sz="1050"/>
          </a:p>
        </p:txBody>
      </p:sp>
      <p:sp>
        <p:nvSpPr>
          <p:cNvPr id="5" name="Shape 3"/>
          <p:cNvSpPr/>
          <p:nvPr/>
        </p:nvSpPr>
        <p:spPr>
          <a:xfrm>
            <a:off x="384048" y="6473952"/>
            <a:ext cx="11411712" cy="0"/>
          </a:xfrm>
          <a:prstGeom prst="line">
            <a:avLst/>
          </a:prstGeom>
          <a:noFill/>
          <a:ln w="12700">
            <a:solidFill>
              <a:srgbClr val="20323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384048" y="6519672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>
                <a:solidFill>
                  <a:srgbClr val="83979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submission template • Maximum 15 slides</a:t>
            </a:r>
            <a:endParaRPr lang="en-US" sz="9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3979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732636-F015-6F91-9880-284556AD4F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6240" y="205397"/>
            <a:ext cx="1647952" cy="357300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879999-4703-E734-5EB5-D1C1C4554D81}"/>
              </a:ext>
            </a:extLst>
          </p:cNvPr>
          <p:cNvCxnSpPr/>
          <p:nvPr userDrawn="1"/>
        </p:nvCxnSpPr>
        <p:spPr>
          <a:xfrm>
            <a:off x="2150534" y="182880"/>
            <a:ext cx="0" cy="359325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3979D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822960"/>
            <a:ext cx="5303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>
                <a:solidFill>
                  <a:srgbClr val="FF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SUBMISSION TEMPLATE</a:t>
            </a:r>
            <a:endParaRPr lang="en-US" sz="1200"/>
          </a:p>
        </p:txBody>
      </p:sp>
      <p:sp>
        <p:nvSpPr>
          <p:cNvPr id="3" name="Text 1"/>
          <p:cNvSpPr/>
          <p:nvPr/>
        </p:nvSpPr>
        <p:spPr>
          <a:xfrm>
            <a:off x="411480" y="1170432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7F7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 MONSTER</a:t>
            </a:r>
            <a:endParaRPr lang="en-US" sz="4000"/>
          </a:p>
          <a:p>
            <a:pPr marL="0" indent="0">
              <a:buNone/>
            </a:pPr>
            <a:r>
              <a:rPr lang="en-US" sz="4000" b="1">
                <a:solidFill>
                  <a:srgbClr val="F7F7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HACK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438912" y="2724912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>
                <a:solidFill>
                  <a:srgbClr val="00D8D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your evidence as you go.</a:t>
            </a:r>
            <a:endParaRPr lang="en-US" sz="1850"/>
          </a:p>
        </p:txBody>
      </p:sp>
      <p:sp>
        <p:nvSpPr>
          <p:cNvPr id="5" name="Text 3"/>
          <p:cNvSpPr/>
          <p:nvPr/>
        </p:nvSpPr>
        <p:spPr>
          <a:xfrm>
            <a:off x="438912" y="3182112"/>
            <a:ext cx="51663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r>
              <a:rPr sz="1200">
                <a:solidFill>
                  <a:srgbClr val="A7B4B8"/>
                </a:solidFill>
                <a:latin typeface="Aptos"/>
              </a:rPr>
              <a:t>Complete the core slides as you go. Each section also includes up to 2 optional evidence slides, so screenshots, charts and outputs can stay large and readable. Submit the matching Excel/code files at each checkpoint and collect raffle entries throughout the day.</a:t>
            </a:r>
          </a:p>
        </p:txBody>
      </p:sp>
      <p:sp>
        <p:nvSpPr>
          <p:cNvPr id="6" name="Shape 4"/>
          <p:cNvSpPr/>
          <p:nvPr/>
        </p:nvSpPr>
        <p:spPr>
          <a:xfrm>
            <a:off x="438912" y="4370832"/>
            <a:ext cx="1920240" cy="438912"/>
          </a:xfrm>
          <a:prstGeom prst="roundRect">
            <a:avLst/>
          </a:prstGeom>
          <a:solidFill>
            <a:srgbClr val="0F1A1E"/>
          </a:solidFill>
          <a:ln w="1524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76072" y="447141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850" b="1">
                <a:solidFill>
                  <a:srgbClr val="FF7A00"/>
                </a:solidFill>
                <a:latin typeface="Aptos"/>
              </a:rPr>
              <a:t>MAXIMUM 15 SLIDES</a:t>
            </a:r>
          </a:p>
        </p:txBody>
      </p:sp>
      <p:sp>
        <p:nvSpPr>
          <p:cNvPr id="8" name="Shape 6"/>
          <p:cNvSpPr/>
          <p:nvPr/>
        </p:nvSpPr>
        <p:spPr>
          <a:xfrm>
            <a:off x="2514600" y="4370832"/>
            <a:ext cx="2148840" cy="438912"/>
          </a:xfrm>
          <a:prstGeom prst="roundRect">
            <a:avLst/>
          </a:prstGeom>
          <a:solidFill>
            <a:srgbClr val="0F1A1E"/>
          </a:solidFill>
          <a:ln w="1524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651760" y="4471416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850" b="1">
                <a:solidFill>
                  <a:srgbClr val="00D8D8"/>
                </a:solidFill>
                <a:latin typeface="Aptos"/>
              </a:rPr>
              <a:t>UP TO 2 EXTRA EVIDENCE SLIDES PER SECTION</a:t>
            </a:r>
          </a:p>
        </p:txBody>
      </p:sp>
      <p:sp>
        <p:nvSpPr>
          <p:cNvPr id="10" name="Shape 8"/>
          <p:cNvSpPr/>
          <p:nvPr/>
        </p:nvSpPr>
        <p:spPr>
          <a:xfrm>
            <a:off x="4800600" y="4370832"/>
            <a:ext cx="2240280" cy="438912"/>
          </a:xfrm>
          <a:prstGeom prst="roundRect">
            <a:avLst/>
          </a:prstGeom>
          <a:solidFill>
            <a:srgbClr val="0F1A1E"/>
          </a:solidFill>
          <a:ln w="1524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37760" y="4471416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850" b="1">
                <a:solidFill>
                  <a:srgbClr val="00D8D8"/>
                </a:solidFill>
                <a:latin typeface="Aptos"/>
              </a:rPr>
              <a:t>FULL IDs GO IN EXCEL</a:t>
            </a:r>
            <a:endParaRPr lang="en-US" sz="1050"/>
          </a:p>
        </p:txBody>
      </p:sp>
      <p:sp>
        <p:nvSpPr>
          <p:cNvPr id="12" name="Shape 10"/>
          <p:cNvSpPr/>
          <p:nvPr/>
        </p:nvSpPr>
        <p:spPr>
          <a:xfrm>
            <a:off x="457200" y="5074920"/>
            <a:ext cx="2148840" cy="841248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566928" y="5193792"/>
            <a:ext cx="347472" cy="347472"/>
          </a:xfrm>
          <a:prstGeom prst="ellipse">
            <a:avLst/>
          </a:prstGeom>
          <a:solidFill>
            <a:srgbClr val="FF7A00"/>
          </a:solidFill>
          <a:ln w="1270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66928" y="5294376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/>
          </a:p>
        </p:txBody>
      </p:sp>
      <p:sp>
        <p:nvSpPr>
          <p:cNvPr id="15" name="Text 13"/>
          <p:cNvSpPr/>
          <p:nvPr/>
        </p:nvSpPr>
        <p:spPr>
          <a:xfrm>
            <a:off x="1024128" y="51480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HUNT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1024128" y="54041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>
                <a:solidFill>
                  <a:srgbClr val="93A8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manually</a:t>
            </a:r>
            <a:endParaRPr lang="en-US" sz="980"/>
          </a:p>
        </p:txBody>
      </p:sp>
      <p:sp>
        <p:nvSpPr>
          <p:cNvPr id="17" name="Shape 15"/>
          <p:cNvSpPr/>
          <p:nvPr/>
        </p:nvSpPr>
        <p:spPr>
          <a:xfrm>
            <a:off x="2724912" y="5074920"/>
            <a:ext cx="2148840" cy="841248"/>
          </a:xfrm>
          <a:prstGeom prst="roundRect">
            <a:avLst/>
          </a:prstGeom>
          <a:solidFill>
            <a:srgbClr val="152329"/>
          </a:solidFill>
          <a:ln w="1524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834640" y="5193792"/>
            <a:ext cx="347472" cy="347472"/>
          </a:xfrm>
          <a:prstGeom prst="ellipse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2834640" y="5294376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/>
          </a:p>
        </p:txBody>
      </p:sp>
      <p:sp>
        <p:nvSpPr>
          <p:cNvPr id="20" name="Text 18"/>
          <p:cNvSpPr/>
          <p:nvPr/>
        </p:nvSpPr>
        <p:spPr>
          <a:xfrm>
            <a:off x="3291840" y="51480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300"/>
          </a:p>
        </p:txBody>
      </p:sp>
      <p:sp>
        <p:nvSpPr>
          <p:cNvPr id="21" name="Text 19"/>
          <p:cNvSpPr/>
          <p:nvPr/>
        </p:nvSpPr>
        <p:spPr>
          <a:xfrm>
            <a:off x="3291840" y="54041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>
                <a:solidFill>
                  <a:srgbClr val="93A8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detector</a:t>
            </a:r>
            <a:endParaRPr lang="en-US" sz="980"/>
          </a:p>
        </p:txBody>
      </p:sp>
      <p:sp>
        <p:nvSpPr>
          <p:cNvPr id="22" name="Shape 20"/>
          <p:cNvSpPr/>
          <p:nvPr/>
        </p:nvSpPr>
        <p:spPr>
          <a:xfrm>
            <a:off x="4992624" y="5074920"/>
            <a:ext cx="2148840" cy="841248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5102352" y="5193792"/>
            <a:ext cx="347472" cy="347472"/>
          </a:xfrm>
          <a:prstGeom prst="ellipse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102352" y="5294376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/>
          </a:p>
        </p:txBody>
      </p:sp>
      <p:sp>
        <p:nvSpPr>
          <p:cNvPr id="25" name="Text 23"/>
          <p:cNvSpPr/>
          <p:nvPr/>
        </p:nvSpPr>
        <p:spPr>
          <a:xfrm>
            <a:off x="5559552" y="51480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5559552" y="54041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>
                <a:solidFill>
                  <a:srgbClr val="93A8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on 10% test data</a:t>
            </a:r>
            <a:endParaRPr lang="en-US" sz="980"/>
          </a:p>
        </p:txBody>
      </p:sp>
      <p:sp>
        <p:nvSpPr>
          <p:cNvPr id="27" name="Shape 25"/>
          <p:cNvSpPr/>
          <p:nvPr/>
        </p:nvSpPr>
        <p:spPr>
          <a:xfrm>
            <a:off x="7260336" y="5074920"/>
            <a:ext cx="2148840" cy="841248"/>
          </a:xfrm>
          <a:prstGeom prst="roundRect">
            <a:avLst/>
          </a:prstGeom>
          <a:solidFill>
            <a:srgbClr val="152329"/>
          </a:solidFill>
          <a:ln w="1524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7370064" y="5193792"/>
            <a:ext cx="347472" cy="347472"/>
          </a:xfrm>
          <a:prstGeom prst="ellipse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370064" y="5294376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/>
          </a:p>
        </p:txBody>
      </p:sp>
      <p:sp>
        <p:nvSpPr>
          <p:cNvPr id="30" name="Text 28"/>
          <p:cNvSpPr/>
          <p:nvPr/>
        </p:nvSpPr>
        <p:spPr>
          <a:xfrm>
            <a:off x="7827264" y="51480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</a:t>
            </a:r>
            <a:endParaRPr lang="en-US" sz="1300"/>
          </a:p>
        </p:txBody>
      </p:sp>
      <p:sp>
        <p:nvSpPr>
          <p:cNvPr id="31" name="Text 29"/>
          <p:cNvSpPr/>
          <p:nvPr/>
        </p:nvSpPr>
        <p:spPr>
          <a:xfrm>
            <a:off x="7827264" y="54041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>
                <a:solidFill>
                  <a:srgbClr val="93A8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early signs in 10%</a:t>
            </a:r>
            <a:endParaRPr lang="en-US" sz="980"/>
          </a:p>
        </p:txBody>
      </p:sp>
      <p:sp>
        <p:nvSpPr>
          <p:cNvPr id="32" name="Shape 30"/>
          <p:cNvSpPr/>
          <p:nvPr/>
        </p:nvSpPr>
        <p:spPr>
          <a:xfrm>
            <a:off x="9528048" y="5074920"/>
            <a:ext cx="2148840" cy="841248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9637776" y="5193792"/>
            <a:ext cx="347472" cy="347472"/>
          </a:xfrm>
          <a:prstGeom prst="ellipse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9637776" y="5294376"/>
            <a:ext cx="3474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/>
          </a:p>
        </p:txBody>
      </p:sp>
      <p:sp>
        <p:nvSpPr>
          <p:cNvPr id="35" name="Text 33"/>
          <p:cNvSpPr/>
          <p:nvPr/>
        </p:nvSpPr>
        <p:spPr>
          <a:xfrm>
            <a:off x="10094976" y="51480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7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</a:t>
            </a:r>
            <a:endParaRPr lang="en-US" sz="1300"/>
          </a:p>
        </p:txBody>
      </p:sp>
      <p:sp>
        <p:nvSpPr>
          <p:cNvPr id="36" name="Text 34"/>
          <p:cNvSpPr/>
          <p:nvPr/>
        </p:nvSpPr>
        <p:spPr>
          <a:xfrm>
            <a:off x="10094976" y="540410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>
                <a:solidFill>
                  <a:srgbClr val="93A8AE"/>
                </a:solidFill>
                <a:latin typeface="Aptos" pitchFamily="34" charset="0"/>
              </a:rPr>
              <a:t>Best work</a:t>
            </a:r>
            <a:endParaRPr lang="en-US" sz="980"/>
          </a:p>
        </p:txBody>
      </p:sp>
      <p:sp>
        <p:nvSpPr>
          <p:cNvPr id="37" name="Shape 35"/>
          <p:cNvSpPr/>
          <p:nvPr/>
        </p:nvSpPr>
        <p:spPr>
          <a:xfrm rot="19800000">
            <a:off x="10087661" y="1325880"/>
            <a:ext cx="392278" cy="362102"/>
          </a:xfrm>
          <a:prstGeom prst="triangle">
            <a:avLst/>
          </a:prstGeom>
          <a:solidFill>
            <a:srgbClr val="FF7A00"/>
          </a:solidFill>
          <a:ln w="1270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 rot="1800000">
            <a:off x="11053267" y="1325880"/>
            <a:ext cx="392278" cy="362102"/>
          </a:xfrm>
          <a:prstGeom prst="triangle">
            <a:avLst/>
          </a:prstGeom>
          <a:solidFill>
            <a:srgbClr val="FF7A00"/>
          </a:solidFill>
          <a:ln w="1270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9966960" y="1476756"/>
            <a:ext cx="1584198" cy="1327709"/>
          </a:xfrm>
          <a:prstGeom prst="ellipse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10268712" y="1838858"/>
            <a:ext cx="362102" cy="392278"/>
          </a:xfrm>
          <a:prstGeom prst="ellipse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>
            <a:off x="10872216" y="1838858"/>
            <a:ext cx="362102" cy="392278"/>
          </a:xfrm>
          <a:prstGeom prst="ellipse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>
            <a:off x="10404500" y="1959559"/>
            <a:ext cx="120701" cy="150876"/>
          </a:xfrm>
          <a:prstGeom prst="ellipse">
            <a:avLst/>
          </a:prstGeom>
          <a:solidFill>
            <a:srgbClr val="071013"/>
          </a:solidFill>
          <a:ln w="12700">
            <a:solidFill>
              <a:srgbClr val="07101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11008004" y="1959559"/>
            <a:ext cx="120701" cy="150876"/>
          </a:xfrm>
          <a:prstGeom prst="ellipse">
            <a:avLst/>
          </a:prstGeom>
          <a:solidFill>
            <a:srgbClr val="071013"/>
          </a:solidFill>
          <a:ln w="12700">
            <a:solidFill>
              <a:srgbClr val="07101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10525201" y="2200961"/>
            <a:ext cx="497891" cy="256489"/>
          </a:xfrm>
          <a:prstGeom prst="arc">
            <a:avLst/>
          </a:prstGeom>
          <a:solidFill>
            <a:srgbClr val="00D8D8">
              <a:alpha val="0"/>
            </a:srgbClr>
          </a:solidFill>
          <a:ln w="25400">
            <a:solidFill>
              <a:srgbClr val="07101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7452360" y="2593238"/>
            <a:ext cx="4160520" cy="2152498"/>
          </a:xfrm>
          <a:prstGeom prst="rect">
            <a:avLst/>
          </a:prstGeom>
          <a:solidFill>
            <a:srgbClr val="0E171B"/>
          </a:solidFill>
          <a:ln w="12700">
            <a:solidFill>
              <a:srgbClr val="2234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7635240" y="263347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 b="1">
                <a:solidFill>
                  <a:srgbClr val="FF7A00"/>
                </a:solidFill>
                <a:latin typeface="Arial"/>
              </a:rPr>
              <a:t>TEAM DETAILS</a:t>
            </a:r>
            <a:endParaRPr lang="en-US" sz="1300"/>
          </a:p>
        </p:txBody>
      </p:sp>
      <p:sp>
        <p:nvSpPr>
          <p:cNvPr id="47" name="Text 45"/>
          <p:cNvSpPr/>
          <p:nvPr/>
        </p:nvSpPr>
        <p:spPr>
          <a:xfrm>
            <a:off x="7543800" y="2926080"/>
            <a:ext cx="3703320" cy="1417320"/>
          </a:xfrm>
          <a:prstGeom prst="rect">
            <a:avLst/>
          </a:prstGeom>
          <a:noFill/>
          <a:ln/>
        </p:spPr>
        <p:txBody>
          <a:bodyPr wrap="square" rIns="0" bIns="0" rtlCol="0" anchor="ctr"/>
          <a:lstStyle/>
          <a:p>
            <a:pPr marL="0" indent="0">
              <a:buNone/>
            </a:pPr>
            <a:r>
              <a:rPr sz="1000">
                <a:solidFill>
                  <a:srgbClr val="F5F7F7"/>
                </a:solidFill>
                <a:latin typeface="Aptos"/>
              </a:rPr>
              <a:t>Team name / number:</a:t>
            </a:r>
            <a:br>
              <a:rPr/>
            </a:br>
            <a:r>
              <a:rPr sz="1000">
                <a:solidFill>
                  <a:srgbClr val="F5F7F7"/>
                </a:solidFill>
                <a:latin typeface="Aptos"/>
              </a:rPr>
              <a:t>________________________________</a:t>
            </a:r>
            <a:br>
              <a:rPr/>
            </a:br>
            <a:br>
              <a:rPr/>
            </a:br>
            <a:r>
              <a:rPr sz="1000">
                <a:solidFill>
                  <a:srgbClr val="F5F7F7"/>
                </a:solidFill>
                <a:latin typeface="Aptos"/>
              </a:rPr>
              <a:t>Team members:</a:t>
            </a:r>
            <a:br>
              <a:rPr/>
            </a:br>
            <a:r>
              <a:rPr sz="1000">
                <a:solidFill>
                  <a:srgbClr val="F5F7F7"/>
                </a:solidFill>
                <a:latin typeface="Aptos"/>
              </a:rPr>
              <a:t>• __________________________________</a:t>
            </a:r>
            <a:br>
              <a:rPr/>
            </a:br>
            <a:r>
              <a:rPr sz="1000">
                <a:solidFill>
                  <a:srgbClr val="F5F7F7"/>
                </a:solidFill>
                <a:latin typeface="Aptos"/>
              </a:rPr>
              <a:t>• __________________________________</a:t>
            </a:r>
            <a:br>
              <a:rPr/>
            </a:br>
            <a:r>
              <a:rPr sz="1000">
                <a:solidFill>
                  <a:srgbClr val="F5F7F7"/>
                </a:solidFill>
                <a:latin typeface="Aptos"/>
              </a:rPr>
              <a:t>• __________________________________</a:t>
            </a:r>
            <a:br>
              <a:rPr/>
            </a:br>
            <a:r>
              <a:rPr sz="1000">
                <a:solidFill>
                  <a:srgbClr val="F5F7F7"/>
                </a:solidFill>
                <a:latin typeface="Aptos"/>
              </a:rPr>
              <a:t>• __________________________________</a:t>
            </a:r>
            <a:endParaRPr lang="en-US" sz="1120"/>
          </a:p>
        </p:txBody>
      </p:sp>
      <p:sp>
        <p:nvSpPr>
          <p:cNvPr id="4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3979D"/>
                </a:solidFill>
                <a:latin typeface="Aptos"/>
                <a:ea typeface="Aptos"/>
                <a:cs typeface="Aptos"/>
              </a:defRPr>
            </a:lvl1pPr>
          </a:lstStyle>
          <a:p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675120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HUNT</a:t>
            </a:r>
            <a:endParaRPr lang="en-US" sz="920"/>
          </a:p>
        </p:txBody>
      </p:sp>
      <p:sp>
        <p:nvSpPr>
          <p:cNvPr id="4" name="Shape 2"/>
          <p:cNvSpPr/>
          <p:nvPr/>
        </p:nvSpPr>
        <p:spPr>
          <a:xfrm>
            <a:off x="7662672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662672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920"/>
          </a:p>
        </p:txBody>
      </p:sp>
      <p:sp>
        <p:nvSpPr>
          <p:cNvPr id="6" name="Shape 4"/>
          <p:cNvSpPr/>
          <p:nvPr/>
        </p:nvSpPr>
        <p:spPr>
          <a:xfrm>
            <a:off x="8650224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650224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920"/>
          </a:p>
        </p:txBody>
      </p:sp>
      <p:sp>
        <p:nvSpPr>
          <p:cNvPr id="8" name="Shape 6"/>
          <p:cNvSpPr/>
          <p:nvPr/>
        </p:nvSpPr>
        <p:spPr>
          <a:xfrm>
            <a:off x="9637776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637776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</a:t>
            </a:r>
            <a:endParaRPr lang="en-US" sz="920"/>
          </a:p>
        </p:txBody>
      </p:sp>
      <p:sp>
        <p:nvSpPr>
          <p:cNvPr id="10" name="Shape 8"/>
          <p:cNvSpPr/>
          <p:nvPr/>
        </p:nvSpPr>
        <p:spPr>
          <a:xfrm>
            <a:off x="10625328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0625328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</a:t>
            </a:r>
            <a:endParaRPr lang="en-US" sz="920"/>
          </a:p>
        </p:txBody>
      </p:sp>
      <p:sp>
        <p:nvSpPr>
          <p:cNvPr id="12" name="Text 10"/>
          <p:cNvSpPr/>
          <p:nvPr/>
        </p:nvSpPr>
        <p:spPr>
          <a:xfrm>
            <a:off x="438912" y="6583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 b="1">
                <a:solidFill>
                  <a:srgbClr val="FF7A00"/>
                </a:solidFill>
                <a:latin typeface="Arial"/>
              </a:rPr>
              <a:t>SECTION 1 — HUNT</a:t>
            </a:r>
            <a:endParaRPr lang="en-US" sz="1100"/>
          </a:p>
        </p:txBody>
      </p:sp>
      <p:sp>
        <p:nvSpPr>
          <p:cNvPr id="13" name="Text 11"/>
          <p:cNvSpPr/>
          <p:nvPr/>
        </p:nvSpPr>
        <p:spPr>
          <a:xfrm>
            <a:off x="420624" y="94183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500" b="1">
                <a:solidFill>
                  <a:srgbClr val="F5F7F7"/>
                </a:solidFill>
                <a:latin typeface="Arial Black"/>
              </a:rPr>
              <a:t>HUNT — How did you find the monsters?</a:t>
            </a:r>
            <a:endParaRPr lang="en-US" sz="2900"/>
          </a:p>
        </p:txBody>
      </p:sp>
      <p:sp>
        <p:nvSpPr>
          <p:cNvPr id="14" name="Text 12"/>
          <p:cNvSpPr/>
          <p:nvPr/>
        </p:nvSpPr>
        <p:spPr>
          <a:xfrm>
            <a:off x="438912" y="155448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100">
                <a:solidFill>
                  <a:srgbClr val="A7B4B8"/>
                </a:solidFill>
                <a:latin typeface="Aptos"/>
              </a:rPr>
              <a:t>We turned each Monster Guide clue into one rule and tested it on the 80% training data. The full P_ID + monster list is in the HUNT Excel.</a:t>
            </a:r>
          </a:p>
        </p:txBody>
      </p:sp>
      <p:sp>
        <p:nvSpPr>
          <p:cNvPr id="15" name="Shape 13"/>
          <p:cNvSpPr/>
          <p:nvPr/>
        </p:nvSpPr>
        <p:spPr>
          <a:xfrm>
            <a:off x="457200" y="2084832"/>
            <a:ext cx="3886200" cy="1508760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7200" y="2084832"/>
            <a:ext cx="54864" cy="1508760"/>
          </a:xfrm>
          <a:prstGeom prst="rect">
            <a:avLst/>
          </a:prstGeom>
          <a:solidFill>
            <a:srgbClr val="FF7A00"/>
          </a:solidFill>
          <a:ln w="1270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2212848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Our approach</a:t>
            </a:r>
            <a:endParaRPr lang="en-US" sz="1500"/>
          </a:p>
        </p:txBody>
      </p:sp>
      <p:sp>
        <p:nvSpPr>
          <p:cNvPr id="18" name="Text 16"/>
          <p:cNvSpPr/>
          <p:nvPr/>
        </p:nvSpPr>
        <p:spPr>
          <a:xfrm>
            <a:off x="640080" y="2542032"/>
            <a:ext cx="3538728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sz="1050" b="0" i="0">
                <a:solidFill>
                  <a:srgbClr val="F5F7F7"/>
                </a:solidFill>
                <a:latin typeface="Aptos"/>
              </a:rPr>
              <a:t>LMS and video activity merged into one timeline in UK time, then one SQL rule per monster.</a:t>
            </a:r>
          </a:p>
          <a:p>
            <a:pPr marL="0" indent="0">
              <a:spcAft>
                <a:spcPts val="300"/>
              </a:spcAft>
              <a:buNone/>
            </a:pPr>
            <a:r>
              <a:rPr sz="1050" b="0" i="0">
                <a:solidFill>
                  <a:srgbClr val="F5F7F7"/>
                </a:solidFill>
                <a:latin typeface="Aptos"/>
              </a:rPr>
              <a:t>Every rule tested in variants (thresholds, time zones, endpoints); we kept the strictest reading the clue supports, because false positives cost points.</a:t>
            </a:r>
          </a:p>
        </p:txBody>
      </p:sp>
      <p:sp>
        <p:nvSpPr>
          <p:cNvPr id="20" name="Shape 18"/>
          <p:cNvSpPr/>
          <p:nvPr/>
        </p:nvSpPr>
        <p:spPr>
          <a:xfrm>
            <a:off x="457200" y="3776472"/>
            <a:ext cx="3886200" cy="1874520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57200" y="3776472"/>
            <a:ext cx="54864" cy="1874520"/>
          </a:xfrm>
          <a:prstGeom prst="rect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40080" y="3904488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What gave them away?</a:t>
            </a:r>
            <a:endParaRPr lang="en-US" sz="1500"/>
          </a:p>
        </p:txBody>
      </p:sp>
      <p:sp>
        <p:nvSpPr>
          <p:cNvPr id="23" name="Text 21"/>
          <p:cNvSpPr/>
          <p:nvPr/>
        </p:nvSpPr>
        <p:spPr>
          <a:xfrm>
            <a:off x="640080" y="4233672"/>
            <a:ext cx="3538728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sz="1050" b="1" i="0">
                <a:solidFill>
                  <a:srgbClr val="00D8D8"/>
                </a:solidFill>
                <a:latin typeface="Aptos"/>
              </a:rPr>
              <a:t>Data slips: </a:t>
            </a:r>
            <a:r>
              <a:rPr sz="1050" b="0" i="0">
                <a:solidFill>
                  <a:srgbClr val="F5F7F7"/>
                </a:solidFill>
                <a:latin typeface="Aptos"/>
              </a:rPr>
              <a:t>duplicated rows, activity after deregistering, copied rows under a new P_ID or module.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050" b="1" i="0">
                <a:solidFill>
                  <a:srgbClr val="00D8D8"/>
                </a:solidFill>
                <a:latin typeface="Aptos"/>
              </a:rPr>
              <a:t>Behaviour: </a:t>
            </a:r>
            <a:r>
              <a:rPr sz="1050" b="0" i="0">
                <a:solidFill>
                  <a:srgbClr val="F5F7F7"/>
                </a:solidFill>
                <a:latin typeface="Aptos"/>
              </a:rPr>
              <a:t>fading after week 4, 3 h non-stop sessions, mostly at night, repeated 5x bursts, 200+ pages in 12 h.</a:t>
            </a:r>
          </a:p>
        </p:txBody>
      </p:sp>
      <p:sp>
        <p:nvSpPr>
          <p:cNvPr id="24" name="Text 22"/>
          <p:cNvSpPr/>
          <p:nvPr/>
        </p:nvSpPr>
        <p:spPr>
          <a:xfrm>
            <a:off x="640080" y="5212080"/>
            <a:ext cx="3538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980" b="1" i="0">
                <a:solidFill>
                  <a:srgbClr val="00D8D8"/>
                </a:solidFill>
                <a:latin typeface="Aptos"/>
              </a:rPr>
              <a:t>RULE + EXAMPLE PER MONSTER: SLIDE 4</a:t>
            </a:r>
          </a:p>
        </p:txBody>
      </p:sp>
      <p:sp>
        <p:nvSpPr>
          <p:cNvPr id="25" name="Shape 23"/>
          <p:cNvSpPr/>
          <p:nvPr/>
        </p:nvSpPr>
        <p:spPr>
          <a:xfrm>
            <a:off x="4553712" y="2084832"/>
            <a:ext cx="3749040" cy="3566160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553712" y="2084832"/>
            <a:ext cx="54864" cy="3566160"/>
          </a:xfrm>
          <a:prstGeom prst="rect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736592" y="2212848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F7F7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What did we find?</a:t>
            </a:r>
            <a:endParaRPr lang="en-US" sz="1500"/>
          </a:p>
        </p:txBody>
      </p:sp>
      <p:sp>
        <p:nvSpPr>
          <p:cNvPr id="28" name="Text 26"/>
          <p:cNvSpPr/>
          <p:nvPr/>
        </p:nvSpPr>
        <p:spPr>
          <a:xfrm>
            <a:off x="4736592" y="2542032"/>
            <a:ext cx="3401568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sz="1050" b="1" i="0">
                <a:solidFill>
                  <a:srgbClr val="F5F7F7"/>
                </a:solidFill>
                <a:latin typeface="Aptos"/>
              </a:rPr>
              <a:t>620 findings</a:t>
            </a:r>
            <a:r>
              <a:rPr sz="1050" b="0" i="0">
                <a:solidFill>
                  <a:srgbClr val="A7B4B8"/>
                </a:solidFill>
                <a:latin typeface="Aptos"/>
              </a:rPr>
              <a:t> across 586 students, all 9 monster types.</a:t>
            </a:r>
          </a:p>
        </p:txBody>
      </p:sp>
      <p:sp>
        <p:nvSpPr>
          <p:cNvPr id="29" name="Text 27"/>
          <p:cNvSpPr/>
          <p:nvPr/>
        </p:nvSpPr>
        <p:spPr>
          <a:xfrm>
            <a:off x="4736592" y="5212080"/>
            <a:ext cx="34015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980" b="1" i="0">
                <a:solidFill>
                  <a:srgbClr val="00D8D8"/>
                </a:solidFill>
                <a:latin typeface="Aptos"/>
              </a:rPr>
              <a:t>34 STUDENTS CAUGHT AS 2 MONSTERS</a:t>
            </a:r>
          </a:p>
        </p:txBody>
      </p:sp>
      <p:sp>
        <p:nvSpPr>
          <p:cNvPr id="30" name="Shape 28"/>
          <p:cNvSpPr/>
          <p:nvPr/>
        </p:nvSpPr>
        <p:spPr>
          <a:xfrm>
            <a:off x="8641080" y="2011680"/>
            <a:ext cx="3063240" cy="3886200"/>
          </a:xfrm>
          <a:prstGeom prst="roundRect">
            <a:avLst/>
          </a:prstGeom>
          <a:solidFill>
            <a:srgbClr val="10191E"/>
          </a:solidFill>
          <a:ln w="1905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805672" y="215798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>
                <a:solidFill>
                  <a:srgbClr val="000000"/>
                </a:solidFill>
              </a:rPr>
              <a:t>🎟</a:t>
            </a:r>
            <a:endParaRPr lang="en-US" sz="1800"/>
          </a:p>
        </p:txBody>
      </p:sp>
      <p:sp>
        <p:nvSpPr>
          <p:cNvPr id="32" name="Text 30"/>
          <p:cNvSpPr/>
          <p:nvPr/>
        </p:nvSpPr>
        <p:spPr>
          <a:xfrm>
            <a:off x="9171432" y="2148840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 b="1">
                <a:solidFill>
                  <a:srgbClr val="FF7A00"/>
                </a:solidFill>
                <a:latin typeface="Arial"/>
              </a:rPr>
              <a:t>HUNT RAFFLE CHECK</a:t>
            </a:r>
            <a:endParaRPr lang="en-US" sz="1330"/>
          </a:p>
        </p:txBody>
      </p:sp>
      <p:sp>
        <p:nvSpPr>
          <p:cNvPr id="33" name="Shape 31"/>
          <p:cNvSpPr/>
          <p:nvPr/>
        </p:nvSpPr>
        <p:spPr>
          <a:xfrm>
            <a:off x="8842248" y="2606040"/>
            <a:ext cx="228600" cy="228600"/>
          </a:xfrm>
          <a:prstGeom prst="ellipse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842248" y="2642616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/>
          </a:p>
        </p:txBody>
      </p:sp>
      <p:sp>
        <p:nvSpPr>
          <p:cNvPr id="35" name="Text 33"/>
          <p:cNvSpPr/>
          <p:nvPr/>
        </p:nvSpPr>
        <p:spPr>
          <a:xfrm>
            <a:off x="9171432" y="2578608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solidFill>
                  <a:srgbClr val="F5F7F7"/>
                </a:solidFill>
                <a:latin typeface="Aptos"/>
              </a:rPr>
              <a:t>HUNT slide(s) completed</a:t>
            </a:r>
            <a:endParaRPr lang="en-US" sz="112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D10BC06-253E-6D66-331D-F07FF909ABB4}"/>
              </a:ext>
            </a:extLst>
          </p:cNvPr>
          <p:cNvGrpSpPr/>
          <p:nvPr/>
        </p:nvGrpSpPr>
        <p:grpSpPr>
          <a:xfrm>
            <a:off x="8842248" y="3273552"/>
            <a:ext cx="228600" cy="228600"/>
            <a:chOff x="8842248" y="3273552"/>
            <a:chExt cx="228600" cy="228600"/>
          </a:xfrm>
        </p:grpSpPr>
        <p:sp>
          <p:nvSpPr>
            <p:cNvPr id="36" name="Shape 34"/>
            <p:cNvSpPr/>
            <p:nvPr/>
          </p:nvSpPr>
          <p:spPr>
            <a:xfrm>
              <a:off x="8842248" y="3273552"/>
              <a:ext cx="228600" cy="228600"/>
            </a:xfrm>
            <a:prstGeom prst="ellipse">
              <a:avLst/>
            </a:prstGeom>
            <a:solidFill>
              <a:srgbClr val="00D8D8"/>
            </a:solidFill>
            <a:ln w="12700">
              <a:solidFill>
                <a:srgbClr val="00D8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Text 35"/>
            <p:cNvSpPr/>
            <p:nvPr/>
          </p:nvSpPr>
          <p:spPr>
            <a:xfrm>
              <a:off x="8842248" y="3310128"/>
              <a:ext cx="228600" cy="118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b="1">
                  <a:solidFill>
                    <a:srgbClr val="07101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850"/>
            </a:p>
          </p:txBody>
        </p:sp>
      </p:grpSp>
      <p:sp>
        <p:nvSpPr>
          <p:cNvPr id="38" name="Text 36"/>
          <p:cNvSpPr/>
          <p:nvPr/>
        </p:nvSpPr>
        <p:spPr>
          <a:xfrm>
            <a:off x="9171432" y="3246120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solidFill>
                  <a:srgbClr val="F5F7F7"/>
                </a:solidFill>
                <a:latin typeface="Aptos"/>
              </a:rPr>
              <a:t>HUNT Excel IDs submitted</a:t>
            </a:r>
            <a:endParaRPr lang="en-US" sz="1120"/>
          </a:p>
        </p:txBody>
      </p:sp>
      <p:sp>
        <p:nvSpPr>
          <p:cNvPr id="41" name="Text 39"/>
          <p:cNvSpPr/>
          <p:nvPr/>
        </p:nvSpPr>
        <p:spPr>
          <a:xfrm>
            <a:off x="9171432" y="3913632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>
                <a:solidFill>
                  <a:srgbClr val="F5F7F7"/>
                </a:solidFill>
                <a:latin typeface="Aptos"/>
              </a:rPr>
              <a:t>All monsters correctly identified  +1 BONUS</a:t>
            </a:r>
            <a:endParaRPr lang="en-US" sz="112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3979D"/>
                </a:solidFill>
                <a:latin typeface="Aptos"/>
                <a:ea typeface="Aptos"/>
                <a:cs typeface="Aptos"/>
              </a:defRPr>
            </a:lvl1pPr>
          </a:lstStyle>
          <a:p>
            <a:r>
              <a:t>2</a:t>
            </a:r>
          </a:p>
        </p:txBody>
      </p:sp>
      <p:sp>
        <p:nvSpPr>
          <p:cNvPr id="44" name="Text 40">
            <a:extLst>
              <a:ext uri="{FF2B5EF4-FFF2-40B4-BE49-F238E27FC236}">
                <a16:creationId xmlns:a16="http://schemas.microsoft.com/office/drawing/2014/main" id="{5C443604-6245-FE79-848C-A6C0DDE168D0}"/>
              </a:ext>
            </a:extLst>
          </p:cNvPr>
          <p:cNvSpPr/>
          <p:nvPr/>
        </p:nvSpPr>
        <p:spPr>
          <a:xfrm>
            <a:off x="8842248" y="429768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90" i="1">
                <a:solidFill>
                  <a:srgbClr val="93A8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HUNT Excel template for the full PID + monster type list.</a:t>
            </a:r>
            <a:endParaRPr lang="en-US" sz="990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C54C57A-E0D9-7B5C-70DA-20817EA2112E}"/>
              </a:ext>
            </a:extLst>
          </p:cNvPr>
          <p:cNvGrpSpPr/>
          <p:nvPr/>
        </p:nvGrpSpPr>
        <p:grpSpPr>
          <a:xfrm>
            <a:off x="8851392" y="3927348"/>
            <a:ext cx="228600" cy="228600"/>
            <a:chOff x="8842248" y="3273552"/>
            <a:chExt cx="228600" cy="228600"/>
          </a:xfrm>
        </p:grpSpPr>
        <p:sp>
          <p:nvSpPr>
            <p:cNvPr id="58" name="Shape 34">
              <a:extLst>
                <a:ext uri="{FF2B5EF4-FFF2-40B4-BE49-F238E27FC236}">
                  <a16:creationId xmlns:a16="http://schemas.microsoft.com/office/drawing/2014/main" id="{1B0632D0-7526-2351-8559-B1854BDD4AD8}"/>
                </a:ext>
              </a:extLst>
            </p:cNvPr>
            <p:cNvSpPr/>
            <p:nvPr/>
          </p:nvSpPr>
          <p:spPr>
            <a:xfrm>
              <a:off x="8842248" y="3273552"/>
              <a:ext cx="228600" cy="228600"/>
            </a:xfrm>
            <a:prstGeom prst="ellipse">
              <a:avLst/>
            </a:prstGeom>
            <a:solidFill>
              <a:srgbClr val="00D8D8"/>
            </a:solidFill>
            <a:ln w="12700">
              <a:solidFill>
                <a:srgbClr val="00D8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Text 35">
              <a:extLst>
                <a:ext uri="{FF2B5EF4-FFF2-40B4-BE49-F238E27FC236}">
                  <a16:creationId xmlns:a16="http://schemas.microsoft.com/office/drawing/2014/main" id="{9FE75A08-77E0-FA4F-8D8F-5E81114DBCBC}"/>
                </a:ext>
              </a:extLst>
            </p:cNvPr>
            <p:cNvSpPr/>
            <p:nvPr/>
          </p:nvSpPr>
          <p:spPr>
            <a:xfrm>
              <a:off x="8842248" y="3310128"/>
              <a:ext cx="228600" cy="118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b="1">
                  <a:solidFill>
                    <a:srgbClr val="07101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850"/>
            </a:p>
          </p:txBody>
        </p:sp>
      </p:grpSp>
      <p:sp>
        <p:nvSpPr>
          <p:cNvPr id="61" name="Text 47">
            <a:extLst>
              <a:ext uri="{FF2B5EF4-FFF2-40B4-BE49-F238E27FC236}">
                <a16:creationId xmlns:a16="http://schemas.microsoft.com/office/drawing/2014/main" id="{D5153D26-ACD5-A682-34A3-9A75E7608E55}"/>
              </a:ext>
            </a:extLst>
          </p:cNvPr>
          <p:cNvSpPr/>
          <p:nvPr/>
        </p:nvSpPr>
        <p:spPr>
          <a:xfrm>
            <a:off x="8915400" y="586023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900" b="1">
                <a:solidFill>
                  <a:srgbClr val="A7B4B8"/>
                </a:solidFill>
                <a:latin typeface="Aptos"/>
              </a:rPr>
              <a:t>Both</a:t>
            </a:r>
            <a:r>
              <a:rPr sz="900" b="1">
                <a:solidFill>
                  <a:srgbClr val="A7B4B8"/>
                </a:solidFill>
                <a:latin typeface="Aptos"/>
              </a:rPr>
              <a:t> completed </a:t>
            </a:r>
            <a:r>
              <a:rPr lang="en-GB" sz="900" b="1">
                <a:solidFill>
                  <a:srgbClr val="A7B4B8"/>
                </a:solidFill>
                <a:latin typeface="Aptos"/>
              </a:rPr>
              <a:t>&amp; monsters correct </a:t>
            </a:r>
            <a:r>
              <a:rPr sz="900" b="1">
                <a:solidFill>
                  <a:srgbClr val="A7B4B8"/>
                </a:solidFill>
                <a:latin typeface="Aptos"/>
              </a:rPr>
              <a:t>= 3 raffle entries</a:t>
            </a:r>
            <a:endParaRPr lang="en-US" sz="1020"/>
          </a:p>
        </p:txBody>
      </p:sp>
      <p:graphicFrame>
        <p:nvGraphicFramePr>
          <p:cNvPr id="62" name="HUNT chart"/>
          <p:cNvGraphicFramePr>
            <a:graphicFrameLocks noGrp="1"/>
          </p:cNvGraphicFramePr>
          <p:nvPr/>
        </p:nvGraphicFramePr>
        <p:xfrm>
          <a:off x="4681728" y="2816352"/>
          <a:ext cx="3520440" cy="235915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00D8D8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675120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HUNT</a:t>
            </a:r>
            <a:endParaRPr lang="en-US" sz="920"/>
          </a:p>
        </p:txBody>
      </p:sp>
      <p:sp>
        <p:nvSpPr>
          <p:cNvPr id="4" name="Shape 2"/>
          <p:cNvSpPr/>
          <p:nvPr/>
        </p:nvSpPr>
        <p:spPr>
          <a:xfrm>
            <a:off x="7662672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662672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920"/>
          </a:p>
        </p:txBody>
      </p:sp>
      <p:sp>
        <p:nvSpPr>
          <p:cNvPr id="6" name="Shape 4"/>
          <p:cNvSpPr/>
          <p:nvPr/>
        </p:nvSpPr>
        <p:spPr>
          <a:xfrm>
            <a:off x="8650224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650224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920"/>
          </a:p>
        </p:txBody>
      </p:sp>
      <p:sp>
        <p:nvSpPr>
          <p:cNvPr id="8" name="Shape 6"/>
          <p:cNvSpPr/>
          <p:nvPr/>
        </p:nvSpPr>
        <p:spPr>
          <a:xfrm>
            <a:off x="9637776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637776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</a:t>
            </a:r>
            <a:endParaRPr lang="en-US" sz="920"/>
          </a:p>
        </p:txBody>
      </p:sp>
      <p:sp>
        <p:nvSpPr>
          <p:cNvPr id="10" name="Shape 8"/>
          <p:cNvSpPr/>
          <p:nvPr/>
        </p:nvSpPr>
        <p:spPr>
          <a:xfrm>
            <a:off x="10625328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0625328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</a:t>
            </a:r>
            <a:endParaRPr lang="en-US" sz="920"/>
          </a:p>
        </p:txBody>
      </p:sp>
      <p:sp>
        <p:nvSpPr>
          <p:cNvPr id="12" name="Text 10"/>
          <p:cNvSpPr/>
          <p:nvPr/>
        </p:nvSpPr>
        <p:spPr>
          <a:xfrm>
            <a:off x="438912" y="6583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000" b="1">
                <a:solidFill>
                  <a:srgbClr val="FF7A00"/>
                </a:solidFill>
                <a:latin typeface="Arial"/>
              </a:rPr>
              <a:t>SECTION 1 — HUNT (OPTIONAL EVIDENCE 1 OF 2)</a:t>
            </a:r>
          </a:p>
        </p:txBody>
      </p:sp>
      <p:sp>
        <p:nvSpPr>
          <p:cNvPr id="13" name="Text 11"/>
          <p:cNvSpPr/>
          <p:nvPr/>
        </p:nvSpPr>
        <p:spPr>
          <a:xfrm>
            <a:off x="420624" y="94183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500" b="1">
                <a:solidFill>
                  <a:srgbClr val="F5F7F7"/>
                </a:solidFill>
                <a:latin typeface="Arial Black"/>
              </a:rPr>
              <a:t>HUNT — The clearest giveaways</a:t>
            </a:r>
            <a:endParaRPr lang="en-US" sz="2900"/>
          </a:p>
        </p:txBody>
      </p:sp>
      <p:sp>
        <p:nvSpPr>
          <p:cNvPr id="14" name="Text 12"/>
          <p:cNvSpPr/>
          <p:nvPr/>
        </p:nvSpPr>
        <p:spPr>
          <a:xfrm>
            <a:off x="438912" y="155448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100">
                <a:solidFill>
                  <a:srgbClr val="A7B4B8"/>
                </a:solidFill>
                <a:latin typeface="Aptos"/>
              </a:rPr>
              <a:t>Two findings no real student could produce, and one overlap worth knowing about.</a:t>
            </a:r>
          </a:p>
        </p:txBody>
      </p:sp>
      <p:sp>
        <p:nvSpPr>
          <p:cNvPr id="15" name="Shape 13"/>
          <p:cNvSpPr/>
          <p:nvPr/>
        </p:nvSpPr>
        <p:spPr>
          <a:xfrm>
            <a:off x="457200" y="2084832"/>
            <a:ext cx="3794760" cy="1572768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7200" y="2084832"/>
            <a:ext cx="54864" cy="1572768"/>
          </a:xfrm>
          <a:prstGeom prst="rect">
            <a:avLst/>
          </a:prstGeom>
          <a:solidFill>
            <a:srgbClr val="FF7A00"/>
          </a:solidFill>
          <a:ln w="1270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2212848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1500" b="1" i="0">
                <a:solidFill>
                  <a:srgbClr val="F5F7F7"/>
                </a:solidFill>
                <a:latin typeface="Aptos"/>
              </a:rPr>
              <a:t>Web Crawler: 529 pages in 2 min</a:t>
            </a:r>
          </a:p>
        </p:txBody>
      </p:sp>
      <p:sp>
        <p:nvSpPr>
          <p:cNvPr id="18" name="Text 16"/>
          <p:cNvSpPr/>
          <p:nvPr/>
        </p:nvSpPr>
        <p:spPr>
          <a:xfrm>
            <a:off x="640080" y="2542032"/>
            <a:ext cx="34472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sz="1050" b="0" i="0">
                <a:solidFill>
                  <a:srgbClr val="F5F7F7"/>
                </a:solidFill>
                <a:latin typeface="Aptos"/>
              </a:rPr>
              <a:t>P00010833 opened 529 distinct LMS items in 1 min 54 s on 14 Feb 2024. No human reads that fast.</a:t>
            </a:r>
          </a:p>
        </p:txBody>
      </p:sp>
      <p:sp>
        <p:nvSpPr>
          <p:cNvPr id="19" name="Text 17"/>
          <p:cNvSpPr/>
          <p:nvPr/>
        </p:nvSpPr>
        <p:spPr>
          <a:xfrm>
            <a:off x="640080" y="3218688"/>
            <a:ext cx="3447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980" b="1" i="0">
                <a:solidFill>
                  <a:srgbClr val="00D8D8"/>
                </a:solidFill>
                <a:latin typeface="Aptos"/>
              </a:rPr>
              <a:t>RULE: OVER 200 ITEMS IN 12 H · 16 FOUND</a:t>
            </a:r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3794760" cy="1783080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54864" cy="1783080"/>
          </a:xfrm>
          <a:prstGeom prst="rect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40080" y="3968496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1500" b="1" i="0">
                <a:solidFill>
                  <a:srgbClr val="F5F7F7"/>
                </a:solidFill>
                <a:latin typeface="Aptos"/>
              </a:rPr>
              <a:t>Doppelgänger: a perfect copy</a:t>
            </a:r>
          </a:p>
        </p:txBody>
      </p:sp>
      <p:sp>
        <p:nvSpPr>
          <p:cNvPr id="23" name="Text 21"/>
          <p:cNvSpPr/>
          <p:nvPr/>
        </p:nvSpPr>
        <p:spPr>
          <a:xfrm>
            <a:off x="640080" y="4297680"/>
            <a:ext cx="3447288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sz="1050" b="0" i="0">
                <a:solidFill>
                  <a:srgbClr val="F5F7F7"/>
                </a:solidFill>
                <a:latin typeface="Aptos"/>
              </a:rPr>
              <a:t>P00002959 and P00336066 share the same 174 video views: same video, time, minutes and viewing type. Only the row IDs differ, and P00336066 isn't in person_dim.</a:t>
            </a:r>
          </a:p>
        </p:txBody>
      </p:sp>
      <p:sp>
        <p:nvSpPr>
          <p:cNvPr id="24" name="Text 22"/>
          <p:cNvSpPr/>
          <p:nvPr/>
        </p:nvSpPr>
        <p:spPr>
          <a:xfrm>
            <a:off x="640080" y="5184648"/>
            <a:ext cx="3447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980" b="1" i="0">
                <a:solidFill>
                  <a:srgbClr val="00D8D8"/>
                </a:solidFill>
                <a:latin typeface="Aptos"/>
              </a:rPr>
              <a:t>30 PAIRS · BOTH P_IDS SUBMITTED</a:t>
            </a:r>
          </a:p>
        </p:txBody>
      </p:sp>
      <p:sp>
        <p:nvSpPr>
          <p:cNvPr id="25" name="Shape 23"/>
          <p:cNvSpPr/>
          <p:nvPr/>
        </p:nvSpPr>
        <p:spPr>
          <a:xfrm>
            <a:off x="4498848" y="2084832"/>
            <a:ext cx="3813048" cy="3538728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498848" y="2084832"/>
            <a:ext cx="54864" cy="3538728"/>
          </a:xfrm>
          <a:prstGeom prst="rect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681728" y="2212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1500" b="1" i="0">
                <a:solidFill>
                  <a:srgbClr val="F5F7F7"/>
                </a:solidFill>
                <a:latin typeface="Aptos"/>
              </a:rPr>
              <a:t>Some students are two monsters</a:t>
            </a:r>
          </a:p>
        </p:txBody>
      </p:sp>
      <p:sp>
        <p:nvSpPr>
          <p:cNvPr id="28" name="Text 26"/>
          <p:cNvSpPr/>
          <p:nvPr/>
        </p:nvSpPr>
        <p:spPr>
          <a:xfrm>
            <a:off x="4681728" y="2542032"/>
            <a:ext cx="3465576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sz="1050" b="0" i="0">
                <a:solidFill>
                  <a:srgbClr val="F5F7F7"/>
                </a:solidFill>
                <a:latin typeface="Aptos"/>
              </a:rPr>
              <a:t>23 of our 25 Zombies are also Vampires: their 3-hour non-stop runs mostly happen at night. Overlaps are allowed, so each is submitted under both types.</a:t>
            </a:r>
          </a:p>
        </p:txBody>
      </p:sp>
      <p:sp>
        <p:nvSpPr>
          <p:cNvPr id="29" name="Text 27"/>
          <p:cNvSpPr/>
          <p:nvPr/>
        </p:nvSpPr>
        <p:spPr>
          <a:xfrm>
            <a:off x="4681728" y="5184648"/>
            <a:ext cx="3465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980" b="1" i="0">
                <a:solidFill>
                  <a:srgbClr val="00D8D8"/>
                </a:solidFill>
                <a:latin typeface="Aptos"/>
              </a:rPr>
              <a:t>34 STUDENTS UNDER 2 TYPES</a:t>
            </a:r>
          </a:p>
        </p:txBody>
      </p:sp>
      <p:sp>
        <p:nvSpPr>
          <p:cNvPr id="30" name="Shape 28"/>
          <p:cNvSpPr/>
          <p:nvPr/>
        </p:nvSpPr>
        <p:spPr>
          <a:xfrm>
            <a:off x="8641080" y="2011680"/>
            <a:ext cx="3063240" cy="3886200"/>
          </a:xfrm>
          <a:prstGeom prst="roundRect">
            <a:avLst/>
          </a:prstGeom>
          <a:solidFill>
            <a:srgbClr val="10191E"/>
          </a:solidFill>
          <a:ln w="1905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805672" y="215798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>
                <a:solidFill>
                  <a:srgbClr val="000000"/>
                </a:solidFill>
              </a:rPr>
              <a:t>🎟</a:t>
            </a:r>
            <a:endParaRPr lang="en-US" sz="1800"/>
          </a:p>
        </p:txBody>
      </p:sp>
      <p:sp>
        <p:nvSpPr>
          <p:cNvPr id="32" name="Text 30"/>
          <p:cNvSpPr/>
          <p:nvPr/>
        </p:nvSpPr>
        <p:spPr>
          <a:xfrm>
            <a:off x="9171432" y="2148840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1120" b="1" i="0">
                <a:solidFill>
                  <a:srgbClr val="FF7A00"/>
                </a:solidFill>
                <a:latin typeface="Aptos"/>
              </a:rPr>
              <a:t>HOW WE CHECKED</a:t>
            </a:r>
          </a:p>
        </p:txBody>
      </p:sp>
      <p:sp>
        <p:nvSpPr>
          <p:cNvPr id="35" name="Text 33"/>
          <p:cNvSpPr/>
          <p:nvPr/>
        </p:nvSpPr>
        <p:spPr>
          <a:xfrm>
            <a:off x="9171432" y="2578608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1050" b="0" i="0">
                <a:solidFill>
                  <a:srgbClr val="F5F7F7"/>
                </a:solidFill>
                <a:latin typeface="Aptos"/>
              </a:rPr>
              <a:t>Counted every variant of each rule and compared the P_IDs it adds or drops</a:t>
            </a:r>
          </a:p>
        </p:txBody>
      </p:sp>
      <p:sp>
        <p:nvSpPr>
          <p:cNvPr id="38" name="Text 36"/>
          <p:cNvSpPr/>
          <p:nvPr/>
        </p:nvSpPr>
        <p:spPr>
          <a:xfrm>
            <a:off x="9171432" y="3246120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1050" b="0" i="0">
                <a:solidFill>
                  <a:srgbClr val="F5F7F7"/>
                </a:solidFill>
                <a:latin typeface="Aptos"/>
              </a:rPr>
              <a:t>Read the raw rows of the edge cases before choosing a threshold</a:t>
            </a:r>
          </a:p>
        </p:txBody>
      </p:sp>
      <p:sp>
        <p:nvSpPr>
          <p:cNvPr id="39" name="Text 37"/>
          <p:cNvSpPr/>
          <p:nvPr/>
        </p:nvSpPr>
        <p:spPr>
          <a:xfrm>
            <a:off x="8842248" y="41605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1019" b="0" i="1">
                <a:solidFill>
                  <a:srgbClr val="A7B4B8"/>
                </a:solidFill>
                <a:latin typeface="Aptos"/>
              </a:rPr>
              <a:t>Full P_ID list: HUNT Excel, MANUAL COMBINED.</a:t>
            </a:r>
          </a:p>
        </p:txBody>
      </p:sp>
      <p:sp>
        <p:nvSpPr>
          <p:cNvPr id="4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3979D"/>
                </a:solidFill>
                <a:latin typeface="Aptos"/>
                <a:ea typeface="Aptos"/>
                <a:cs typeface="Aptos"/>
              </a:defRPr>
            </a:lvl1pPr>
          </a:lstStyle>
          <a:p>
            <a:r>
              <a:t>3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4316844-861F-4409-7B27-AA3E521B0C69}"/>
              </a:ext>
            </a:extLst>
          </p:cNvPr>
          <p:cNvGrpSpPr/>
          <p:nvPr/>
        </p:nvGrpSpPr>
        <p:grpSpPr>
          <a:xfrm>
            <a:off x="8828532" y="2596896"/>
            <a:ext cx="228600" cy="228600"/>
            <a:chOff x="8842248" y="3941064"/>
            <a:chExt cx="228600" cy="228600"/>
          </a:xfrm>
        </p:grpSpPr>
        <p:sp>
          <p:nvSpPr>
            <p:cNvPr id="47" name="Shape 37">
              <a:extLst>
                <a:ext uri="{FF2B5EF4-FFF2-40B4-BE49-F238E27FC236}">
                  <a16:creationId xmlns:a16="http://schemas.microsoft.com/office/drawing/2014/main" id="{44E68BAA-8A03-CC7A-901A-C85E91053ABF}"/>
                </a:ext>
              </a:extLst>
            </p:cNvPr>
            <p:cNvSpPr/>
            <p:nvPr/>
          </p:nvSpPr>
          <p:spPr>
            <a:xfrm>
              <a:off x="8842248" y="3941064"/>
              <a:ext cx="228600" cy="228600"/>
            </a:xfrm>
            <a:prstGeom prst="ellipse">
              <a:avLst/>
            </a:prstGeom>
            <a:solidFill>
              <a:srgbClr val="FF7A00"/>
            </a:solidFill>
            <a:ln w="12700">
              <a:solidFill>
                <a:srgbClr val="FF7A00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Text 38">
              <a:extLst>
                <a:ext uri="{FF2B5EF4-FFF2-40B4-BE49-F238E27FC236}">
                  <a16:creationId xmlns:a16="http://schemas.microsoft.com/office/drawing/2014/main" id="{2659925F-B520-AB84-1913-DAA2174EE0D6}"/>
                </a:ext>
              </a:extLst>
            </p:cNvPr>
            <p:cNvSpPr/>
            <p:nvPr/>
          </p:nvSpPr>
          <p:spPr>
            <a:xfrm>
              <a:off x="8842248" y="3977640"/>
              <a:ext cx="228600" cy="118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b="1">
                  <a:solidFill>
                    <a:srgbClr val="07101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+</a:t>
              </a:r>
              <a:endParaRPr lang="en-US" sz="85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37959A04-79B9-981B-A3FA-E346B375EAB7}"/>
              </a:ext>
            </a:extLst>
          </p:cNvPr>
          <p:cNvGrpSpPr/>
          <p:nvPr/>
        </p:nvGrpSpPr>
        <p:grpSpPr>
          <a:xfrm>
            <a:off x="8837676" y="3257146"/>
            <a:ext cx="228600" cy="228600"/>
            <a:chOff x="8842248" y="3941064"/>
            <a:chExt cx="228600" cy="228600"/>
          </a:xfrm>
        </p:grpSpPr>
        <p:sp>
          <p:nvSpPr>
            <p:cNvPr id="50" name="Shape 37">
              <a:extLst>
                <a:ext uri="{FF2B5EF4-FFF2-40B4-BE49-F238E27FC236}">
                  <a16:creationId xmlns:a16="http://schemas.microsoft.com/office/drawing/2014/main" id="{CAD73F20-FA1E-875F-6556-A772BF23A92D}"/>
                </a:ext>
              </a:extLst>
            </p:cNvPr>
            <p:cNvSpPr/>
            <p:nvPr/>
          </p:nvSpPr>
          <p:spPr>
            <a:xfrm>
              <a:off x="8842248" y="3941064"/>
              <a:ext cx="228600" cy="228600"/>
            </a:xfrm>
            <a:prstGeom prst="ellipse">
              <a:avLst/>
            </a:prstGeom>
            <a:solidFill>
              <a:srgbClr val="FF7A00"/>
            </a:solidFill>
            <a:ln w="12700">
              <a:solidFill>
                <a:srgbClr val="FF7A00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Text 38">
              <a:extLst>
                <a:ext uri="{FF2B5EF4-FFF2-40B4-BE49-F238E27FC236}">
                  <a16:creationId xmlns:a16="http://schemas.microsoft.com/office/drawing/2014/main" id="{DBFD25B9-DCCF-DC76-C87E-5E380DA07545}"/>
                </a:ext>
              </a:extLst>
            </p:cNvPr>
            <p:cNvSpPr/>
            <p:nvPr/>
          </p:nvSpPr>
          <p:spPr>
            <a:xfrm>
              <a:off x="8842248" y="3977640"/>
              <a:ext cx="228600" cy="118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b="1">
                  <a:solidFill>
                    <a:srgbClr val="07101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+</a:t>
              </a:r>
              <a:endParaRPr lang="en-US" sz="850"/>
            </a:p>
          </p:txBody>
        </p:sp>
      </p:grpSp>
      <p:graphicFrame>
        <p:nvGraphicFramePr>
          <p:cNvPr id="52" name="HUNT chart"/>
          <p:cNvGraphicFramePr>
            <a:graphicFrameLocks noGrp="1"/>
          </p:cNvGraphicFramePr>
          <p:nvPr/>
        </p:nvGraphicFramePr>
        <p:xfrm>
          <a:off x="4626864" y="3310128"/>
          <a:ext cx="3566160" cy="1783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6583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100" b="1">
                <a:solidFill>
                  <a:srgbClr val="FF7A00"/>
                </a:solidFill>
                <a:latin typeface="Arial"/>
              </a:rPr>
              <a:t>SECTION 1 — HUNT (OPTIONAL EVIDENCE 2 OF 2)</a:t>
            </a:r>
          </a:p>
        </p:txBody>
      </p:sp>
      <p:sp>
        <p:nvSpPr>
          <p:cNvPr id="3" name="Text 1"/>
          <p:cNvSpPr/>
          <p:nvPr/>
        </p:nvSpPr>
        <p:spPr>
          <a:xfrm>
            <a:off x="420624" y="94183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2500" b="1">
                <a:solidFill>
                  <a:srgbClr val="F5F7F7"/>
                </a:solidFill>
                <a:latin typeface="Arial Black"/>
              </a:rPr>
              <a:t>HUNT — What gave each monster away</a:t>
            </a:r>
          </a:p>
        </p:txBody>
      </p:sp>
      <p:sp>
        <p:nvSpPr>
          <p:cNvPr id="4" name="Text 2"/>
          <p:cNvSpPr/>
          <p:nvPr/>
        </p:nvSpPr>
        <p:spPr>
          <a:xfrm>
            <a:off x="438912" y="155448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100">
                <a:solidFill>
                  <a:srgbClr val="A7B4B8"/>
                </a:solidFill>
                <a:latin typeface="Aptos"/>
              </a:rPr>
              <a:t>One rule per monster, written from its Monster Guide clue, with one training example each.</a:t>
            </a:r>
          </a:p>
        </p:txBody>
      </p:sp>
      <p:sp>
        <p:nvSpPr>
          <p:cNvPr id="5" name="Shape 3"/>
          <p:cNvSpPr/>
          <p:nvPr/>
        </p:nvSpPr>
        <p:spPr>
          <a:xfrm>
            <a:off x="475488" y="2103120"/>
            <a:ext cx="11201400" cy="3611880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86384" y="541324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sz="980" b="1" i="0">
                <a:solidFill>
                  <a:srgbClr val="00D8D8"/>
                </a:solidFill>
                <a:latin typeface="Aptos"/>
              </a:rPr>
              <a:t>TOTAL: 620 FINDINGS · 586 STUDENTS · FULL LIST IN THE HUNT EXCEL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3979D"/>
                </a:solidFill>
                <a:latin typeface="Aptos"/>
                <a:ea typeface="Aptos"/>
                <a:cs typeface="Aptos"/>
              </a:defRPr>
            </a:lvl1pPr>
          </a:lstStyle>
          <a:p>
            <a:r>
              <a:t>4</a:t>
            </a:r>
          </a:p>
        </p:txBody>
      </p:sp>
      <p:graphicFrame>
        <p:nvGraphicFramePr>
          <p:cNvPr id="26" name="HUNT rules table"/>
          <p:cNvGraphicFramePr>
            <a:graphicFrameLocks noGrp="1"/>
          </p:cNvGraphicFramePr>
          <p:nvPr/>
        </p:nvGraphicFramePr>
        <p:xfrm>
          <a:off x="713232" y="2240280"/>
          <a:ext cx="10744199" cy="31089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54480"/>
                <a:gridCol w="4434840"/>
                <a:gridCol w="3977639"/>
                <a:gridCol w="7772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980" b="1" i="0">
                          <a:solidFill>
                            <a:srgbClr val="00D8D8"/>
                          </a:solidFill>
                          <a:latin typeface="Aptos"/>
                        </a:rPr>
                        <a:t>MONSTER</a:t>
                      </a:r>
                    </a:p>
                  </a:txBody>
                  <a:tcPr anchor="ctr" marL="91440" marR="91440" marT="27432" marB="27432">
                    <a:solidFill>
                      <a:srgbClr val="1523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1" i="0">
                          <a:solidFill>
                            <a:srgbClr val="00D8D8"/>
                          </a:solidFill>
                          <a:latin typeface="Aptos"/>
                        </a:rPr>
                        <a:t>WHAT GAVE IT AWAY (OUR RULE)</a:t>
                      </a:r>
                    </a:p>
                  </a:txBody>
                  <a:tcPr anchor="ctr" marL="91440" marR="91440" marT="27432" marB="27432">
                    <a:solidFill>
                      <a:srgbClr val="1523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80" b="1" i="0">
                          <a:solidFill>
                            <a:srgbClr val="00D8D8"/>
                          </a:solidFill>
                          <a:latin typeface="Aptos"/>
                        </a:rPr>
                        <a:t>TRAINING EXAMPLE</a:t>
                      </a:r>
                    </a:p>
                  </a:txBody>
                  <a:tcPr anchor="ctr" marL="91440" marR="91440" marT="27432" marB="27432">
                    <a:solidFill>
                      <a:srgbClr val="15232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80" b="1" i="0">
                          <a:solidFill>
                            <a:srgbClr val="00D8D8"/>
                          </a:solidFill>
                          <a:latin typeface="Aptos"/>
                        </a:rPr>
                        <a:t>P_IDS</a:t>
                      </a:r>
                    </a:p>
                  </a:txBody>
                  <a:tcPr anchor="ctr" marL="91440" marR="91440" marT="27432" marB="27432">
                    <a:solidFill>
                      <a:srgbClr val="15232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5F7F7"/>
                          </a:solidFill>
                          <a:latin typeface="Aptos"/>
                        </a:rPr>
                        <a:t>Phantom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F5F7F7"/>
                          </a:solidFill>
                          <a:latin typeface="Aptos"/>
                        </a:rPr>
                        <a:t>Two activity rows identical in every field except the row ID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A7B4B8"/>
                          </a:solidFill>
                          <a:latin typeface="Aptos"/>
                        </a:rPr>
                        <a:t>P00000693: one LMS click recorded twice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00D8D8"/>
                          </a:solidFill>
                          <a:latin typeface="Aptos"/>
                        </a:rPr>
                        <a:t>77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5F7F7"/>
                          </a:solidFill>
                          <a:latin typeface="Aptos"/>
                        </a:rPr>
                        <a:t>Ghost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F5F7F7"/>
                          </a:solidFill>
                          <a:latin typeface="Aptos"/>
                        </a:rPr>
                        <a:t>Active in 3+ of weeks 1–4, then under 10% of that weekly rate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A7B4B8"/>
                          </a:solidFill>
                          <a:latin typeface="Aptos"/>
                        </a:rPr>
                        <a:t>P00007556: 50 rows in weeks 1–3, then none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00D8D8"/>
                          </a:solidFill>
                          <a:latin typeface="Aptos"/>
                        </a:rPr>
                        <a:t>148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5F7F7"/>
                          </a:solidFill>
                          <a:latin typeface="Aptos"/>
                        </a:rPr>
                        <a:t>Zombie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F5F7F7"/>
                          </a:solidFill>
                          <a:latin typeface="Aptos"/>
                        </a:rPr>
                        <a:t>Over 3 hours of activity with no gap longer than 15 minutes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A7B4B8"/>
                          </a:solidFill>
                          <a:latin typeface="Aptos"/>
                        </a:rPr>
                        <a:t>P00020056: 23:44 to 04:52, longest gap 14 min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00D8D8"/>
                          </a:solidFill>
                          <a:latin typeface="Aptos"/>
                        </a:rPr>
                        <a:t>25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5F7F7"/>
                          </a:solidFill>
                          <a:latin typeface="Aptos"/>
                        </a:rPr>
                        <a:t>Vampire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F5F7F7"/>
                          </a:solidFill>
                          <a:latin typeface="Aptos"/>
                        </a:rPr>
                        <a:t>More than 21 night-active dates, and more nights than days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A7B4B8"/>
                          </a:solidFill>
                          <a:latin typeface="Aptos"/>
                        </a:rPr>
                        <a:t>P00013423: 273 night dates vs 236 day dates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00D8D8"/>
                          </a:solidFill>
                          <a:latin typeface="Aptos"/>
                        </a:rPr>
                        <a:t>91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5F7F7"/>
                          </a:solidFill>
                          <a:latin typeface="Aptos"/>
                        </a:rPr>
                        <a:t>Undead Student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F5F7F7"/>
                          </a:solidFill>
                          <a:latin typeface="Aptos"/>
                        </a:rPr>
                        <a:t>Any activity after the deregistration date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A7B4B8"/>
                          </a:solidFill>
                          <a:latin typeface="Aptos"/>
                        </a:rPr>
                        <a:t>P00019372: 134 rows after deregistering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00D8D8"/>
                          </a:solidFill>
                          <a:latin typeface="Aptos"/>
                        </a:rPr>
                        <a:t>92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5F7F7"/>
                          </a:solidFill>
                          <a:latin typeface="Aptos"/>
                        </a:rPr>
                        <a:t>Doppelgänger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F5F7F7"/>
                          </a:solidFill>
                          <a:latin typeface="Aptos"/>
                        </a:rPr>
                        <a:t>All of one P_ID's activity reappears under another P_ID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A7B4B8"/>
                          </a:solidFill>
                          <a:latin typeface="Aptos"/>
                        </a:rPr>
                        <a:t>P00002959 = P00336066: same 174 video views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00D8D8"/>
                          </a:solidFill>
                          <a:latin typeface="Aptos"/>
                        </a:rPr>
                        <a:t>60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5F7F7"/>
                          </a:solidFill>
                          <a:latin typeface="Aptos"/>
                        </a:rPr>
                        <a:t>Werewolf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F5F7F7"/>
                          </a:solidFill>
                          <a:latin typeface="Aptos"/>
                        </a:rPr>
                        <a:t>2+ bursts in each term at 5x the student's usual day (40+ rows)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A7B4B8"/>
                          </a:solidFill>
                          <a:latin typeface="Aptos"/>
                        </a:rPr>
                        <a:t>P00017160: usually 5 rows a day, bursts of 90–167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00D8D8"/>
                          </a:solidFill>
                          <a:latin typeface="Aptos"/>
                        </a:rPr>
                        <a:t>32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5F7F7"/>
                          </a:solidFill>
                          <a:latin typeface="Aptos"/>
                        </a:rPr>
                        <a:t>Web Crawler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F5F7F7"/>
                          </a:solidFill>
                          <a:latin typeface="Aptos"/>
                        </a:rPr>
                        <a:t>More than 200 distinct pages and videos within 12 hours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A7B4B8"/>
                          </a:solidFill>
                          <a:latin typeface="Aptos"/>
                        </a:rPr>
                        <a:t>P00010833: 529 pages in under 2 minutes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00D8D8"/>
                          </a:solidFill>
                          <a:latin typeface="Aptos"/>
                        </a:rPr>
                        <a:t>16</a:t>
                      </a:r>
                    </a:p>
                  </a:txBody>
                  <a:tcPr anchor="ctr" marL="91440" marR="91440" marT="27432" marB="27432">
                    <a:solidFill>
                      <a:srgbClr val="0D151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5F7F7"/>
                          </a:solidFill>
                          <a:latin typeface="Aptos"/>
                        </a:rPr>
                        <a:t>Shape-shifter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F5F7F7"/>
                          </a:solidFill>
                          <a:latin typeface="Aptos"/>
                        </a:rPr>
                        <a:t>Copied rows (_COPY_) on modules the student isn't registered on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A7B4B8"/>
                          </a:solidFill>
                          <a:latin typeface="Aptos"/>
                        </a:rPr>
                        <a:t>P00006918: 22 copied rows on a D03 module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i="0">
                          <a:solidFill>
                            <a:srgbClr val="00D8D8"/>
                          </a:solidFill>
                          <a:latin typeface="Aptos"/>
                        </a:rPr>
                        <a:t>79</a:t>
                      </a:r>
                    </a:p>
                  </a:txBody>
                  <a:tcPr anchor="ctr" marL="91440" marR="91440" marT="27432" marB="27432">
                    <a:solidFill>
                      <a:srgbClr val="111A1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675120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HUNT</a:t>
            </a:r>
            <a:endParaRPr lang="en-US" sz="920"/>
          </a:p>
        </p:txBody>
      </p:sp>
      <p:sp>
        <p:nvSpPr>
          <p:cNvPr id="4" name="Shape 2"/>
          <p:cNvSpPr/>
          <p:nvPr/>
        </p:nvSpPr>
        <p:spPr>
          <a:xfrm>
            <a:off x="7662672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00D8D8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662672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920"/>
          </a:p>
        </p:txBody>
      </p:sp>
      <p:sp>
        <p:nvSpPr>
          <p:cNvPr id="6" name="Shape 4"/>
          <p:cNvSpPr/>
          <p:nvPr/>
        </p:nvSpPr>
        <p:spPr>
          <a:xfrm>
            <a:off x="8650224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650224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920"/>
          </a:p>
        </p:txBody>
      </p:sp>
      <p:sp>
        <p:nvSpPr>
          <p:cNvPr id="8" name="Shape 6"/>
          <p:cNvSpPr/>
          <p:nvPr/>
        </p:nvSpPr>
        <p:spPr>
          <a:xfrm>
            <a:off x="9637776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637776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</a:t>
            </a:r>
            <a:endParaRPr lang="en-US" sz="920"/>
          </a:p>
        </p:txBody>
      </p:sp>
      <p:sp>
        <p:nvSpPr>
          <p:cNvPr id="10" name="Shape 8"/>
          <p:cNvSpPr/>
          <p:nvPr/>
        </p:nvSpPr>
        <p:spPr>
          <a:xfrm>
            <a:off x="10625328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0625328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</a:t>
            </a:r>
            <a:endParaRPr lang="en-US" sz="920"/>
          </a:p>
        </p:txBody>
      </p:sp>
      <p:sp>
        <p:nvSpPr>
          <p:cNvPr id="12" name="Text 10"/>
          <p:cNvSpPr/>
          <p:nvPr/>
        </p:nvSpPr>
        <p:spPr>
          <a:xfrm>
            <a:off x="438912" y="6583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 b="1">
                <a:solidFill>
                  <a:srgbClr val="FF7A00"/>
                </a:solidFill>
                <a:latin typeface="Arial"/>
              </a:rPr>
              <a:t>SECTION 2 — BUILD &amp; TEST (PART 1)</a:t>
            </a:r>
            <a:endParaRPr lang="en-US" sz="1100"/>
          </a:p>
        </p:txBody>
      </p:sp>
      <p:sp>
        <p:nvSpPr>
          <p:cNvPr id="13" name="Text 11"/>
          <p:cNvSpPr/>
          <p:nvPr/>
        </p:nvSpPr>
        <p:spPr>
          <a:xfrm>
            <a:off x="420624" y="94183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500" b="1">
                <a:solidFill>
                  <a:srgbClr val="F5F7F7"/>
                </a:solidFill>
                <a:latin typeface="Arial Black"/>
              </a:rPr>
              <a:t>BUILD — Create your Monster Detector</a:t>
            </a:r>
            <a:endParaRPr lang="en-US" sz="2900"/>
          </a:p>
        </p:txBody>
      </p:sp>
      <p:sp>
        <p:nvSpPr>
          <p:cNvPr id="14" name="Text 12"/>
          <p:cNvSpPr/>
          <p:nvPr/>
        </p:nvSpPr>
        <p:spPr>
          <a:xfrm>
            <a:off x="438912" y="155448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>
                <a:solidFill>
                  <a:srgbClr val="A7B4B8"/>
                </a:solidFill>
                <a:latin typeface="Aptos"/>
              </a:rPr>
              <a:t>Our nine HUNT rules became one detector that runs end to end with a single command.</a:t>
            </a:r>
            <a:endParaRPr lang="en-US" sz="1450"/>
          </a:p>
        </p:txBody>
      </p:sp>
      <p:sp>
        <p:nvSpPr>
          <p:cNvPr id="15" name="Shape 13"/>
          <p:cNvSpPr/>
          <p:nvPr/>
        </p:nvSpPr>
        <p:spPr>
          <a:xfrm>
            <a:off x="457200" y="2084832"/>
            <a:ext cx="3794760" cy="1536192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7200" y="2084832"/>
            <a:ext cx="54864" cy="1536192"/>
          </a:xfrm>
          <a:prstGeom prst="rect">
            <a:avLst/>
          </a:prstGeom>
          <a:solidFill>
            <a:srgbClr val="FF7A00"/>
          </a:solidFill>
          <a:ln w="1270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2212848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b="1">
                <a:solidFill>
                  <a:srgbClr val="F5F7F7"/>
                </a:solidFill>
                <a:latin typeface="Arial"/>
              </a:rPr>
              <a:t>1. What did we build?</a:t>
            </a:r>
            <a:endParaRPr lang="en-US" sz="1500"/>
          </a:p>
        </p:txBody>
      </p:sp>
      <p:sp>
        <p:nvSpPr>
          <p:cNvPr id="18" name="Text 16"/>
          <p:cNvSpPr/>
          <p:nvPr/>
        </p:nvSpPr>
        <p:spPr>
          <a:xfrm>
            <a:off x="640080" y="2542032"/>
            <a:ext cx="3447288" cy="800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sz="1050" b="0">
                <a:solidFill>
                  <a:srgbClr val="F5F7F7"/>
                </a:solidFill>
                <a:latin typeface="Aptos"/>
              </a:rPr>
              <a:t>A Python program reads the LMS and video logs, builds one timeline per student and runs 9 rules, one per monster, each written from its clue and tested on the training data.</a:t>
            </a:r>
            <a:endParaRPr lang="en-US" sz="1050"/>
          </a:p>
          <a:p>
            <a:pPr>
              <a:spcBef>
                <a:spcPts val="400"/>
              </a:spcBef>
            </a:pPr>
            <a:r>
              <a:rPr sz="1050" b="0">
                <a:solidFill>
                  <a:srgbClr val="F5F7F7"/>
                </a:solidFill>
                <a:latin typeface="Aptos"/>
              </a:rPr>
              <a:t>Output: a paste-ready list of P_IDs and monster types.</a:t>
            </a:r>
          </a:p>
        </p:txBody>
      </p:sp>
      <p:sp>
        <p:nvSpPr>
          <p:cNvPr id="19" name="Text 17"/>
          <p:cNvSpPr/>
          <p:nvPr/>
        </p:nvSpPr>
        <p:spPr>
          <a:xfrm>
            <a:off x="640080" y="3350000"/>
            <a:ext cx="3447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80" b="1">
                <a:solidFill>
                  <a:srgbClr val="00D8D8"/>
                </a:solidFill>
                <a:latin typeface="Aptos"/>
              </a:rPr>
              <a:t>ONE COMMAND · 9 RULES · ABOUT 18 S</a:t>
            </a:r>
            <a:endParaRPr lang="en-US" sz="980"/>
          </a:p>
        </p:txBody>
      </p:sp>
      <p:sp>
        <p:nvSpPr>
          <p:cNvPr id="20" name="Shape 18"/>
          <p:cNvSpPr/>
          <p:nvPr/>
        </p:nvSpPr>
        <p:spPr>
          <a:xfrm>
            <a:off x="457200" y="3803904"/>
            <a:ext cx="3794760" cy="1810512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57200" y="3803904"/>
            <a:ext cx="54864" cy="1810512"/>
          </a:xfrm>
          <a:prstGeom prst="rect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40080" y="3931920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b="1">
                <a:solidFill>
                  <a:srgbClr val="F5F7F7"/>
                </a:solidFill>
                <a:latin typeface="Arial"/>
              </a:rPr>
              <a:t>2. What signals does it use?</a:t>
            </a:r>
            <a:endParaRPr lang="en-US" sz="1500"/>
          </a:p>
        </p:txBody>
      </p:sp>
      <p:sp>
        <p:nvSpPr>
          <p:cNvPr id="23" name="Text 21"/>
          <p:cNvSpPr/>
          <p:nvPr/>
        </p:nvSpPr>
        <p:spPr>
          <a:xfrm>
            <a:off x="640080" y="4261104"/>
            <a:ext cx="3447288" cy="1050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sz="1050" b="1">
                <a:solidFill>
                  <a:srgbClr val="00D8D8"/>
                </a:solidFill>
                <a:latin typeface="Aptos"/>
              </a:rPr>
              <a:t>Data slips: </a:t>
            </a:r>
            <a:r>
              <a:rPr sz="1050" b="0">
                <a:solidFill>
                  <a:srgbClr val="F5F7F7"/>
                </a:solidFill>
                <a:latin typeface="Aptos"/>
              </a:rPr>
              <a:t>exact duplicate rows · _COPY_ IDs · one student's rows under a 2nd ID · activity after the deregistration date.</a:t>
            </a:r>
            <a:endParaRPr lang="en-US" sz="1050"/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00D8D8"/>
                </a:solidFill>
                <a:latin typeface="Aptos"/>
              </a:rPr>
              <a:t>Behaviour: </a:t>
            </a:r>
            <a:r>
              <a:rPr sz="1050" b="0">
                <a:solidFill>
                  <a:srgbClr val="F5F7F7"/>
                </a:solidFill>
                <a:latin typeface="Aptos"/>
              </a:rPr>
              <a:t>activity after week 4 vs before · longest run without a 15-min break · night vs day dates · days at 5x normal · distinct pages in 12 h.</a:t>
            </a:r>
          </a:p>
        </p:txBody>
      </p:sp>
      <p:sp>
        <p:nvSpPr>
          <p:cNvPr id="24" name="Text 22"/>
          <p:cNvSpPr/>
          <p:nvPr/>
        </p:nvSpPr>
        <p:spPr>
          <a:xfrm>
            <a:off x="640080" y="5330000"/>
            <a:ext cx="3447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80" b="1">
                <a:solidFill>
                  <a:srgbClr val="00D8D8"/>
                </a:solidFill>
                <a:latin typeface="Aptos"/>
              </a:rPr>
              <a:t>FULL RULE PER MONSTER: SLIDE 4</a:t>
            </a:r>
            <a:endParaRPr lang="en-US" sz="980"/>
          </a:p>
        </p:txBody>
      </p:sp>
      <p:sp>
        <p:nvSpPr>
          <p:cNvPr id="25" name="Shape 23"/>
          <p:cNvSpPr/>
          <p:nvPr/>
        </p:nvSpPr>
        <p:spPr>
          <a:xfrm>
            <a:off x="4498848" y="2084832"/>
            <a:ext cx="3813048" cy="3529584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498848" y="2084832"/>
            <a:ext cx="54864" cy="3529584"/>
          </a:xfrm>
          <a:prstGeom prst="rect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681728" y="2212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b="1">
                <a:solidFill>
                  <a:srgbClr val="F5F7F7"/>
                </a:solidFill>
                <a:latin typeface="Arial"/>
              </a:rPr>
              <a:t>3. Show it working</a:t>
            </a:r>
            <a:endParaRPr lang="en-US" sz="1500"/>
          </a:p>
        </p:txBody>
      </p:sp>
      <p:sp>
        <p:nvSpPr>
          <p:cNvPr id="28" name="Text 26"/>
          <p:cNvSpPr/>
          <p:nvPr/>
        </p:nvSpPr>
        <p:spPr>
          <a:xfrm>
            <a:off x="4681728" y="2542032"/>
            <a:ext cx="3465576" cy="280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sz="1050" b="1">
                <a:solidFill>
                  <a:srgbClr val="F5F7F7"/>
                </a:solidFill>
                <a:latin typeface="Aptos"/>
              </a:rPr>
              <a:t>Live run on the unseen TEST data </a:t>
            </a:r>
            <a:r>
              <a:rPr sz="1050" b="0">
                <a:solidFill>
                  <a:srgbClr val="A7B4B8"/>
                </a:solidFill>
                <a:latin typeface="Aptos"/>
              </a:rPr>
              <a:t>· about 18 s</a:t>
            </a:r>
            <a:endParaRPr lang="en-US" sz="1050"/>
          </a:p>
        </p:txBody>
      </p:sp>
      <p:sp>
        <p:nvSpPr>
          <p:cNvPr id="29" name="Text 27"/>
          <p:cNvSpPr/>
          <p:nvPr/>
        </p:nvSpPr>
        <p:spPr>
          <a:xfrm>
            <a:off x="4681728" y="5330000"/>
            <a:ext cx="3465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80" b="1">
                <a:solidFill>
                  <a:srgbClr val="00D8D8"/>
                </a:solidFill>
                <a:latin typeface="Aptos"/>
              </a:rPr>
              <a:t>62 FINDINGS · 62 STUDENTS · NO WEB CRAWLERS IN TEST</a:t>
            </a:r>
            <a:endParaRPr lang="en-US" sz="980"/>
          </a:p>
        </p:txBody>
      </p:sp>
      <p:sp>
        <p:nvSpPr>
          <p:cNvPr id="30" name="Shape 28"/>
          <p:cNvSpPr/>
          <p:nvPr/>
        </p:nvSpPr>
        <p:spPr>
          <a:xfrm>
            <a:off x="8641080" y="2011680"/>
            <a:ext cx="3063240" cy="3886200"/>
          </a:xfrm>
          <a:prstGeom prst="roundRect">
            <a:avLst/>
          </a:prstGeom>
          <a:solidFill>
            <a:srgbClr val="10191E"/>
          </a:solidFill>
          <a:ln w="1905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805672" y="215798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>
                <a:solidFill>
                  <a:srgbClr val="000000"/>
                </a:solidFill>
              </a:rPr>
              <a:t>🎟</a:t>
            </a:r>
            <a:endParaRPr lang="en-US" sz="1800"/>
          </a:p>
        </p:txBody>
      </p:sp>
      <p:sp>
        <p:nvSpPr>
          <p:cNvPr id="32" name="Text 30"/>
          <p:cNvSpPr/>
          <p:nvPr/>
        </p:nvSpPr>
        <p:spPr>
          <a:xfrm>
            <a:off x="9171432" y="2148840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 b="1">
                <a:solidFill>
                  <a:srgbClr val="FF7A00"/>
                </a:solidFill>
                <a:latin typeface="Arial"/>
              </a:rPr>
              <a:t>BUILD RAFFLE CHECK</a:t>
            </a:r>
            <a:endParaRPr lang="en-US" sz="1330"/>
          </a:p>
        </p:txBody>
      </p:sp>
      <p:sp>
        <p:nvSpPr>
          <p:cNvPr id="33" name="Shape 31"/>
          <p:cNvSpPr/>
          <p:nvPr/>
        </p:nvSpPr>
        <p:spPr>
          <a:xfrm>
            <a:off x="8842248" y="2606040"/>
            <a:ext cx="228600" cy="228600"/>
          </a:xfrm>
          <a:prstGeom prst="ellipse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842248" y="2642616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/>
          </a:p>
        </p:txBody>
      </p:sp>
      <p:sp>
        <p:nvSpPr>
          <p:cNvPr id="35" name="Text 33"/>
          <p:cNvSpPr/>
          <p:nvPr/>
        </p:nvSpPr>
        <p:spPr>
          <a:xfrm>
            <a:off x="9171432" y="2578608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>
                <a:solidFill>
                  <a:srgbClr val="F5F7F7"/>
                </a:solidFill>
                <a:latin typeface="Aptos"/>
              </a:rPr>
              <a:t>Working Monster Detector shown running on the </a:t>
            </a:r>
            <a:r>
              <a:rPr lang="en-GB" sz="950">
                <a:solidFill>
                  <a:srgbClr val="F5F7F7"/>
                </a:solidFill>
                <a:latin typeface="Aptos"/>
              </a:rPr>
              <a:t>1</a:t>
            </a:r>
            <a:r>
              <a:rPr sz="950">
                <a:solidFill>
                  <a:srgbClr val="F5F7F7"/>
                </a:solidFill>
                <a:latin typeface="Aptos"/>
              </a:rPr>
              <a:t>0% TEST data</a:t>
            </a:r>
            <a:r>
              <a:rPr lang="en-GB" sz="950">
                <a:solidFill>
                  <a:srgbClr val="F5F7F7"/>
                </a:solidFill>
                <a:latin typeface="Aptos"/>
              </a:rPr>
              <a:t> (call us over to show it to us live)</a:t>
            </a:r>
            <a:endParaRPr lang="en-US" sz="1120"/>
          </a:p>
        </p:txBody>
      </p:sp>
      <p:sp>
        <p:nvSpPr>
          <p:cNvPr id="36" name="Shape 34"/>
          <p:cNvSpPr/>
          <p:nvPr/>
        </p:nvSpPr>
        <p:spPr>
          <a:xfrm>
            <a:off x="8842248" y="3273552"/>
            <a:ext cx="228600" cy="228600"/>
          </a:xfrm>
          <a:prstGeom prst="ellipse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842248" y="3310128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/>
          </a:p>
        </p:txBody>
      </p:sp>
      <p:sp>
        <p:nvSpPr>
          <p:cNvPr id="38" name="Text 36"/>
          <p:cNvSpPr/>
          <p:nvPr/>
        </p:nvSpPr>
        <p:spPr>
          <a:xfrm>
            <a:off x="9171432" y="3246120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solidFill>
                  <a:srgbClr val="F5F7F7"/>
                </a:solidFill>
                <a:latin typeface="Aptos"/>
              </a:rPr>
              <a:t>Working code submitted</a:t>
            </a:r>
            <a:endParaRPr lang="en-US" sz="1120"/>
          </a:p>
        </p:txBody>
      </p:sp>
      <p:sp>
        <p:nvSpPr>
          <p:cNvPr id="39" name="Shape 37"/>
          <p:cNvSpPr/>
          <p:nvPr/>
        </p:nvSpPr>
        <p:spPr>
          <a:xfrm>
            <a:off x="8842248" y="3941064"/>
            <a:ext cx="228600" cy="228600"/>
          </a:xfrm>
          <a:prstGeom prst="ellipse">
            <a:avLst/>
          </a:prstGeom>
          <a:solidFill>
            <a:srgbClr val="FF7A00"/>
          </a:solidFill>
          <a:ln w="1270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8842248" y="3977640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850" b="1">
                <a:solidFill>
                  <a:srgbClr val="071013"/>
                </a:solidFill>
                <a:latin typeface="Arial"/>
              </a:rPr>
              <a:t>→</a:t>
            </a:r>
          </a:p>
        </p:txBody>
      </p:sp>
      <p:sp>
        <p:nvSpPr>
          <p:cNvPr id="41" name="Text 39"/>
          <p:cNvSpPr/>
          <p:nvPr/>
        </p:nvSpPr>
        <p:spPr>
          <a:xfrm>
            <a:off x="9171432" y="3913632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120">
                <a:solidFill>
                  <a:srgbClr val="DCE7E9"/>
                </a:solidFill>
                <a:latin typeface="Aptos"/>
              </a:rPr>
              <a:t>TEST raffle checks continue on the next slide</a:t>
            </a:r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3979D"/>
                </a:solidFill>
                <a:latin typeface="Aptos"/>
                <a:ea typeface="Aptos"/>
                <a:cs typeface="Aptos"/>
              </a:defRPr>
            </a:lvl1pPr>
          </a:lstStyle>
          <a:p>
            <a:r>
              <a:t>5</a:t>
            </a:r>
          </a:p>
        </p:txBody>
      </p:sp>
      <p:sp>
        <p:nvSpPr>
          <p:cNvPr id="45" name="Text 47">
            <a:extLst>
              <a:ext uri="{FF2B5EF4-FFF2-40B4-BE49-F238E27FC236}">
                <a16:creationId xmlns:a16="http://schemas.microsoft.com/office/drawing/2014/main" id="{8780E956-09B2-3315-A429-F7825D02DC2B}"/>
              </a:ext>
            </a:extLst>
          </p:cNvPr>
          <p:cNvSpPr/>
          <p:nvPr/>
        </p:nvSpPr>
        <p:spPr>
          <a:xfrm>
            <a:off x="8915400" y="586023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900" b="1">
                <a:solidFill>
                  <a:srgbClr val="A7B4B8"/>
                </a:solidFill>
                <a:latin typeface="Aptos"/>
              </a:rPr>
              <a:t>Both</a:t>
            </a:r>
            <a:r>
              <a:rPr sz="900" b="1">
                <a:solidFill>
                  <a:srgbClr val="A7B4B8"/>
                </a:solidFill>
                <a:latin typeface="Aptos"/>
              </a:rPr>
              <a:t> completed </a:t>
            </a:r>
            <a:r>
              <a:rPr lang="en-GB" sz="900" b="1">
                <a:solidFill>
                  <a:srgbClr val="A7B4B8"/>
                </a:solidFill>
                <a:latin typeface="Aptos"/>
              </a:rPr>
              <a:t> </a:t>
            </a:r>
            <a:r>
              <a:rPr sz="900" b="1">
                <a:solidFill>
                  <a:srgbClr val="A7B4B8"/>
                </a:solidFill>
                <a:latin typeface="Aptos"/>
              </a:rPr>
              <a:t>= </a:t>
            </a:r>
            <a:r>
              <a:rPr lang="en-GB" sz="900" b="1">
                <a:solidFill>
                  <a:srgbClr val="A7B4B8"/>
                </a:solidFill>
                <a:latin typeface="Aptos"/>
              </a:rPr>
              <a:t>2</a:t>
            </a:r>
            <a:r>
              <a:rPr sz="900" b="1">
                <a:solidFill>
                  <a:srgbClr val="A7B4B8"/>
                </a:solidFill>
                <a:latin typeface="Aptos"/>
              </a:rPr>
              <a:t> raffle entries</a:t>
            </a:r>
            <a:endParaRPr lang="en-US" sz="1020"/>
          </a:p>
        </p:txBody>
      </p:sp>
      <p:pic>
        <p:nvPicPr>
          <p:cNvPr id="46" name="Picture 45" descr="build_test_ru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880000"/>
            <a:ext cx="3465576" cy="2200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675120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HUNT</a:t>
            </a:r>
            <a:endParaRPr lang="en-US" sz="920"/>
          </a:p>
        </p:txBody>
      </p:sp>
      <p:sp>
        <p:nvSpPr>
          <p:cNvPr id="4" name="Shape 2"/>
          <p:cNvSpPr/>
          <p:nvPr/>
        </p:nvSpPr>
        <p:spPr>
          <a:xfrm>
            <a:off x="7662672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662672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920"/>
          </a:p>
        </p:txBody>
      </p:sp>
      <p:sp>
        <p:nvSpPr>
          <p:cNvPr id="6" name="Shape 4"/>
          <p:cNvSpPr/>
          <p:nvPr/>
        </p:nvSpPr>
        <p:spPr>
          <a:xfrm>
            <a:off x="8650224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00D8D8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650224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920"/>
          </a:p>
        </p:txBody>
      </p:sp>
      <p:sp>
        <p:nvSpPr>
          <p:cNvPr id="8" name="Shape 6"/>
          <p:cNvSpPr/>
          <p:nvPr/>
        </p:nvSpPr>
        <p:spPr>
          <a:xfrm>
            <a:off x="9637776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637776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</a:t>
            </a:r>
            <a:endParaRPr lang="en-US" sz="920"/>
          </a:p>
        </p:txBody>
      </p:sp>
      <p:sp>
        <p:nvSpPr>
          <p:cNvPr id="10" name="Shape 8"/>
          <p:cNvSpPr/>
          <p:nvPr/>
        </p:nvSpPr>
        <p:spPr>
          <a:xfrm>
            <a:off x="10625328" y="585216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152329">
              <a:alpha val="82000"/>
            </a:srgbClr>
          </a:solidFill>
          <a:ln w="12700">
            <a:solidFill>
              <a:srgbClr val="3143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0625328" y="63093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20" b="1">
                <a:solidFill>
                  <a:srgbClr val="A7B4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</a:t>
            </a:r>
            <a:endParaRPr lang="en-US" sz="920"/>
          </a:p>
        </p:txBody>
      </p:sp>
      <p:sp>
        <p:nvSpPr>
          <p:cNvPr id="12" name="Text 10"/>
          <p:cNvSpPr/>
          <p:nvPr/>
        </p:nvSpPr>
        <p:spPr>
          <a:xfrm>
            <a:off x="438912" y="6583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 b="1">
                <a:solidFill>
                  <a:srgbClr val="FF7A00"/>
                </a:solidFill>
                <a:latin typeface="Arial"/>
              </a:rPr>
              <a:t>SECTION 2 — BUILD &amp; TEST (PART 2)</a:t>
            </a:r>
            <a:endParaRPr lang="en-US" sz="1100"/>
          </a:p>
        </p:txBody>
      </p:sp>
      <p:sp>
        <p:nvSpPr>
          <p:cNvPr id="13" name="Text 11"/>
          <p:cNvSpPr/>
          <p:nvPr/>
        </p:nvSpPr>
        <p:spPr>
          <a:xfrm>
            <a:off x="420624" y="94183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500" b="1">
                <a:solidFill>
                  <a:srgbClr val="F5F7F7"/>
                </a:solidFill>
                <a:latin typeface="Arial Black"/>
              </a:rPr>
              <a:t>TEST — What did your detector find?</a:t>
            </a:r>
            <a:endParaRPr lang="en-US" sz="2900"/>
          </a:p>
        </p:txBody>
      </p:sp>
      <p:sp>
        <p:nvSpPr>
          <p:cNvPr id="14" name="Text 12"/>
          <p:cNvSpPr/>
          <p:nvPr/>
        </p:nvSpPr>
        <p:spPr>
          <a:xfrm>
            <a:off x="438912" y="155448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>
                <a:solidFill>
                  <a:srgbClr val="A7B4B8"/>
                </a:solidFill>
                <a:latin typeface="Aptos"/>
              </a:rPr>
              <a:t>The same one command, run on the unseen 10% TEST data after every rule was scored against the HUNT answers. The full P_ID + monster list is in the TEST Excel.</a:t>
            </a:r>
          </a:p>
        </p:txBody>
      </p:sp>
      <p:sp>
        <p:nvSpPr>
          <p:cNvPr id="15" name="Shape 13"/>
          <p:cNvSpPr/>
          <p:nvPr/>
        </p:nvSpPr>
        <p:spPr>
          <a:xfrm>
            <a:off x="457200" y="2084832"/>
            <a:ext cx="3794760" cy="1572768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7200" y="2084832"/>
            <a:ext cx="54864" cy="1572768"/>
          </a:xfrm>
          <a:prstGeom prst="rect">
            <a:avLst/>
          </a:prstGeom>
          <a:solidFill>
            <a:srgbClr val="FF7A00"/>
          </a:solidFill>
          <a:ln w="1270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2212848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b="1">
                <a:solidFill>
                  <a:srgbClr val="F5F7F7"/>
                </a:solidFill>
                <a:latin typeface="Arial"/>
              </a:rPr>
              <a:t>1. TEST result summary</a:t>
            </a:r>
            <a:endParaRPr lang="en-US" sz="1500"/>
          </a:p>
        </p:txBody>
      </p:sp>
      <p:sp>
        <p:nvSpPr>
          <p:cNvPr id="18" name="Text 16"/>
          <p:cNvSpPr/>
          <p:nvPr/>
        </p:nvSpPr>
        <p:spPr>
          <a:xfrm>
            <a:off x="640080" y="2542032"/>
            <a:ext cx="3447288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sz="1050" b="1">
                <a:solidFill>
                  <a:srgbClr val="F5F7F7"/>
                </a:solidFill>
                <a:latin typeface="Aptos"/>
              </a:rPr>
              <a:t>62 findings</a:t>
            </a:r>
            <a:r>
              <a:rPr sz="1050" b="0">
                <a:solidFill>
                  <a:srgbClr val="A7B4B8"/>
                </a:solidFill>
                <a:latin typeface="Aptos"/>
              </a:rPr>
              <a:t> across 62 students, 8 of the 9 monster types.</a:t>
            </a:r>
          </a:p>
          <a:p>
            <a:pPr marL="0" indent="0">
              <a:buNone/>
            </a:pPr>
            <a:r>
              <a:rPr sz="1050" b="0">
                <a:solidFill>
                  <a:srgbClr val="A7B4B8"/>
                </a:solidFill>
                <a:latin typeface="Aptos"/>
              </a:rPr>
              <a:t>No Web Crawlers in TEST, and no student is flagged as two monsters.</a:t>
            </a:r>
          </a:p>
        </p:txBody>
      </p:sp>
      <p:sp>
        <p:nvSpPr>
          <p:cNvPr id="19" name="Text 17"/>
          <p:cNvSpPr/>
          <p:nvPr/>
        </p:nvSpPr>
        <p:spPr>
          <a:xfrm>
            <a:off x="640080" y="3218688"/>
            <a:ext cx="3447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 b="1">
                <a:solidFill>
                  <a:srgbClr val="00D8D8"/>
                </a:solidFill>
                <a:latin typeface="Arial"/>
              </a:rPr>
              <a:t>62 FINDINGS · 62 STUDENTS · 8 OF 9 TYPES</a:t>
            </a:r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3794760" cy="1792224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54864" cy="1792224"/>
          </a:xfrm>
          <a:prstGeom prst="rect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40080" y="3968496"/>
            <a:ext cx="3465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b="1">
                <a:solidFill>
                  <a:srgbClr val="F5F7F7"/>
                </a:solidFill>
                <a:latin typeface="Arial"/>
              </a:rPr>
              <a:t>2. What did we notice?</a:t>
            </a:r>
          </a:p>
        </p:txBody>
      </p:sp>
      <p:sp>
        <p:nvSpPr>
          <p:cNvPr id="23" name="Text 21"/>
          <p:cNvSpPr/>
          <p:nvPr/>
        </p:nvSpPr>
        <p:spPr>
          <a:xfrm>
            <a:off x="640080" y="4261104"/>
            <a:ext cx="3447288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sz="1050" b="1">
                <a:solidFill>
                  <a:srgbClr val="00D8D8"/>
                </a:solidFill>
                <a:latin typeface="Aptos"/>
              </a:rPr>
              <a:t>Tuned on HUNT first: </a:t>
            </a:r>
            <a:r>
              <a:rPr sz="1050" b="0">
                <a:solidFill>
                  <a:srgbClr val="F5F7F7"/>
                </a:solidFill>
                <a:latin typeface="Aptos"/>
              </a:rPr>
              <a:t>five rules tightened, then 437 of 449 HUNT findings were right (97%).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050" b="1">
                <a:solidFill>
                  <a:srgbClr val="00D8D8"/>
                </a:solidFill>
                <a:latin typeface="Aptos"/>
              </a:rPr>
              <a:t>Zero is a result: </a:t>
            </a:r>
            <a:r>
              <a:rPr sz="1050" b="0">
                <a:solidFill>
                  <a:srgbClr val="F5F7F7"/>
                </a:solidFill>
                <a:latin typeface="Aptos"/>
              </a:rPr>
              <a:t>the Web Crawler rule was 15 of 15 right on HUNT, so we kept it strict instead of loosening it to find one.</a:t>
            </a:r>
          </a:p>
        </p:txBody>
      </p:sp>
      <p:sp>
        <p:nvSpPr>
          <p:cNvPr id="24" name="Text 22"/>
          <p:cNvSpPr/>
          <p:nvPr/>
        </p:nvSpPr>
        <p:spPr>
          <a:xfrm>
            <a:off x="640080" y="5193792"/>
            <a:ext cx="3447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 b="1">
                <a:solidFill>
                  <a:srgbClr val="00D8D8"/>
                </a:solidFill>
                <a:latin typeface="Arial"/>
              </a:rPr>
              <a:t>LEAST CERTAIN: GHOST (1) AND WEREWOLF (2)</a:t>
            </a:r>
          </a:p>
        </p:txBody>
      </p:sp>
      <p:sp>
        <p:nvSpPr>
          <p:cNvPr id="25" name="Shape 23"/>
          <p:cNvSpPr/>
          <p:nvPr/>
        </p:nvSpPr>
        <p:spPr>
          <a:xfrm>
            <a:off x="4498848" y="2084832"/>
            <a:ext cx="3813048" cy="3547872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498848" y="2084832"/>
            <a:ext cx="54864" cy="3547872"/>
          </a:xfrm>
          <a:prstGeom prst="rect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681728" y="2212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300" b="1">
                <a:solidFill>
                  <a:srgbClr val="F5F7F7"/>
                </a:solidFill>
                <a:latin typeface="Arial"/>
              </a:rPr>
              <a:t>3. TEST findings by monster</a:t>
            </a:r>
          </a:p>
        </p:txBody>
      </p:sp>
      <p:sp>
        <p:nvSpPr>
          <p:cNvPr id="28" name="Text 26"/>
          <p:cNvSpPr/>
          <p:nvPr/>
        </p:nvSpPr>
        <p:spPr>
          <a:xfrm>
            <a:off x="4681728" y="2542032"/>
            <a:ext cx="3465576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sz="1050" b="1">
                <a:solidFill>
                  <a:srgbClr val="F5F7F7"/>
                </a:solidFill>
                <a:latin typeface="Aptos"/>
              </a:rPr>
              <a:t>P_IDs per monster type</a:t>
            </a:r>
            <a:r>
              <a:rPr sz="1050" b="0">
                <a:solidFill>
                  <a:srgbClr val="A7B4B8"/>
                </a:solidFill>
                <a:latin typeface="Aptos"/>
              </a:rPr>
              <a:t> from the live run.</a:t>
            </a:r>
          </a:p>
        </p:txBody>
      </p:sp>
      <p:sp>
        <p:nvSpPr>
          <p:cNvPr id="29" name="Text 27"/>
          <p:cNvSpPr/>
          <p:nvPr/>
        </p:nvSpPr>
        <p:spPr>
          <a:xfrm>
            <a:off x="4681728" y="5193792"/>
            <a:ext cx="34655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 b="1">
                <a:solidFill>
                  <a:srgbClr val="00D8D8"/>
                </a:solidFill>
                <a:latin typeface="Arial"/>
              </a:rPr>
              <a:t>WEB CRAWLER 0 · NO STUDENT UNDER 2 TYPES</a:t>
            </a:r>
          </a:p>
        </p:txBody>
      </p:sp>
      <p:sp>
        <p:nvSpPr>
          <p:cNvPr id="30" name="Shape 28"/>
          <p:cNvSpPr/>
          <p:nvPr/>
        </p:nvSpPr>
        <p:spPr>
          <a:xfrm>
            <a:off x="8641080" y="2011680"/>
            <a:ext cx="3063240" cy="3886200"/>
          </a:xfrm>
          <a:prstGeom prst="roundRect">
            <a:avLst/>
          </a:prstGeom>
          <a:solidFill>
            <a:srgbClr val="10191E"/>
          </a:solidFill>
          <a:ln w="1905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805672" y="215798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>
                <a:solidFill>
                  <a:srgbClr val="000000"/>
                </a:solidFill>
              </a:rPr>
              <a:t>🎟</a:t>
            </a:r>
            <a:endParaRPr lang="en-US" sz="1800"/>
          </a:p>
        </p:txBody>
      </p:sp>
      <p:sp>
        <p:nvSpPr>
          <p:cNvPr id="32" name="Text 30"/>
          <p:cNvSpPr/>
          <p:nvPr/>
        </p:nvSpPr>
        <p:spPr>
          <a:xfrm>
            <a:off x="9171432" y="2148840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 b="1">
                <a:solidFill>
                  <a:srgbClr val="FF7A00"/>
                </a:solidFill>
                <a:latin typeface="Arial"/>
              </a:rPr>
              <a:t>TEST RAFFLE CHECK</a:t>
            </a:r>
            <a:endParaRPr lang="en-US" sz="1330"/>
          </a:p>
        </p:txBody>
      </p:sp>
      <p:sp>
        <p:nvSpPr>
          <p:cNvPr id="33" name="Shape 31"/>
          <p:cNvSpPr/>
          <p:nvPr/>
        </p:nvSpPr>
        <p:spPr>
          <a:xfrm>
            <a:off x="8842248" y="2606040"/>
            <a:ext cx="228600" cy="228600"/>
          </a:xfrm>
          <a:prstGeom prst="ellipse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842248" y="2642616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/>
          </a:p>
        </p:txBody>
      </p:sp>
      <p:sp>
        <p:nvSpPr>
          <p:cNvPr id="35" name="Text 33"/>
          <p:cNvSpPr/>
          <p:nvPr/>
        </p:nvSpPr>
        <p:spPr>
          <a:xfrm>
            <a:off x="9171432" y="2578608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solidFill>
                  <a:srgbClr val="F5F7F7"/>
                </a:solidFill>
                <a:latin typeface="Aptos"/>
              </a:rPr>
              <a:t>TEST slide(s) completed</a:t>
            </a:r>
            <a:endParaRPr lang="en-US" sz="1120"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86D2A0D-2AF6-8968-8C76-6A06F59955D5}"/>
              </a:ext>
            </a:extLst>
          </p:cNvPr>
          <p:cNvGrpSpPr/>
          <p:nvPr/>
        </p:nvGrpSpPr>
        <p:grpSpPr>
          <a:xfrm>
            <a:off x="8842248" y="3273552"/>
            <a:ext cx="228600" cy="228600"/>
            <a:chOff x="8842248" y="3273552"/>
            <a:chExt cx="228600" cy="228600"/>
          </a:xfrm>
        </p:grpSpPr>
        <p:sp>
          <p:nvSpPr>
            <p:cNvPr id="36" name="Shape 34"/>
            <p:cNvSpPr/>
            <p:nvPr/>
          </p:nvSpPr>
          <p:spPr>
            <a:xfrm>
              <a:off x="8842248" y="3273552"/>
              <a:ext cx="228600" cy="228600"/>
            </a:xfrm>
            <a:prstGeom prst="ellipse">
              <a:avLst/>
            </a:prstGeom>
            <a:solidFill>
              <a:srgbClr val="00D8D8"/>
            </a:solidFill>
            <a:ln w="12700">
              <a:solidFill>
                <a:srgbClr val="00D8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Text 35"/>
            <p:cNvSpPr/>
            <p:nvPr/>
          </p:nvSpPr>
          <p:spPr>
            <a:xfrm>
              <a:off x="8842248" y="3310128"/>
              <a:ext cx="228600" cy="118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b="1">
                  <a:solidFill>
                    <a:srgbClr val="07101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850"/>
            </a:p>
          </p:txBody>
        </p:sp>
      </p:grpSp>
      <p:sp>
        <p:nvSpPr>
          <p:cNvPr id="38" name="Text 36"/>
          <p:cNvSpPr/>
          <p:nvPr/>
        </p:nvSpPr>
        <p:spPr>
          <a:xfrm>
            <a:off x="9171432" y="3246120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50">
                <a:solidFill>
                  <a:srgbClr val="F5F7F7"/>
                </a:solidFill>
                <a:latin typeface="Aptos"/>
              </a:rPr>
              <a:t>TEST Excel IDs submitted</a:t>
            </a:r>
            <a:endParaRPr lang="en-US" sz="1120"/>
          </a:p>
        </p:txBody>
      </p:sp>
      <p:sp>
        <p:nvSpPr>
          <p:cNvPr id="40" name="Text 38"/>
          <p:cNvSpPr/>
          <p:nvPr/>
        </p:nvSpPr>
        <p:spPr>
          <a:xfrm>
            <a:off x="8842248" y="3977640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>
                <a:solidFill>
                  <a:srgbClr val="0710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/>
          </a:p>
        </p:txBody>
      </p:sp>
      <p:sp>
        <p:nvSpPr>
          <p:cNvPr id="41" name="Text 39"/>
          <p:cNvSpPr/>
          <p:nvPr/>
        </p:nvSpPr>
        <p:spPr>
          <a:xfrm>
            <a:off x="9171432" y="3913632"/>
            <a:ext cx="23134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19">
                <a:solidFill>
                  <a:srgbClr val="F5F7F7"/>
                </a:solidFill>
                <a:latin typeface="Aptos"/>
              </a:rPr>
              <a:t>All monsters correctly identified in TEST  +1 BONUS</a:t>
            </a:r>
            <a:endParaRPr lang="en-US" sz="112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3979D"/>
                </a:solidFill>
                <a:latin typeface="Aptos"/>
                <a:ea typeface="Aptos"/>
                <a:cs typeface="Aptos"/>
              </a:defRPr>
            </a:lvl1pPr>
          </a:lstStyle>
          <a:p>
            <a:r>
              <a:t>6</a:t>
            </a:r>
          </a:p>
        </p:txBody>
      </p:sp>
      <p:sp>
        <p:nvSpPr>
          <p:cNvPr id="44" name="Text 40">
            <a:extLst>
              <a:ext uri="{FF2B5EF4-FFF2-40B4-BE49-F238E27FC236}">
                <a16:creationId xmlns:a16="http://schemas.microsoft.com/office/drawing/2014/main" id="{0A6D44B6-DC0D-223A-D3A4-48A197CEEF65}"/>
              </a:ext>
            </a:extLst>
          </p:cNvPr>
          <p:cNvSpPr/>
          <p:nvPr/>
        </p:nvSpPr>
        <p:spPr>
          <a:xfrm>
            <a:off x="8842248" y="429768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90" i="1">
                <a:solidFill>
                  <a:srgbClr val="93A8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TEST Excel template for the full PID + monster type list.</a:t>
            </a:r>
            <a:endParaRPr lang="en-US" sz="99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BF128F6-A54D-739F-17F8-9EAA4D2E9AA6}"/>
              </a:ext>
            </a:extLst>
          </p:cNvPr>
          <p:cNvGrpSpPr/>
          <p:nvPr/>
        </p:nvGrpSpPr>
        <p:grpSpPr>
          <a:xfrm>
            <a:off x="8846820" y="3904309"/>
            <a:ext cx="228600" cy="228600"/>
            <a:chOff x="8842248" y="3273552"/>
            <a:chExt cx="228600" cy="228600"/>
          </a:xfrm>
        </p:grpSpPr>
        <p:sp>
          <p:nvSpPr>
            <p:cNvPr id="50" name="Shape 34">
              <a:extLst>
                <a:ext uri="{FF2B5EF4-FFF2-40B4-BE49-F238E27FC236}">
                  <a16:creationId xmlns:a16="http://schemas.microsoft.com/office/drawing/2014/main" id="{5B300B4D-2230-6C3B-A4C7-AC4EBAD5BF64}"/>
                </a:ext>
              </a:extLst>
            </p:cNvPr>
            <p:cNvSpPr/>
            <p:nvPr/>
          </p:nvSpPr>
          <p:spPr>
            <a:xfrm>
              <a:off x="8842248" y="3273552"/>
              <a:ext cx="228600" cy="228600"/>
            </a:xfrm>
            <a:prstGeom prst="ellipse">
              <a:avLst/>
            </a:prstGeom>
            <a:solidFill>
              <a:srgbClr val="00D8D8"/>
            </a:solidFill>
            <a:ln w="12700">
              <a:solidFill>
                <a:srgbClr val="00D8D8"/>
              </a:solidFill>
              <a:prstDash val="solid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Text 35">
              <a:extLst>
                <a:ext uri="{FF2B5EF4-FFF2-40B4-BE49-F238E27FC236}">
                  <a16:creationId xmlns:a16="http://schemas.microsoft.com/office/drawing/2014/main" id="{75F2B10D-2152-9C76-34CD-5C5A6EAAC593}"/>
                </a:ext>
              </a:extLst>
            </p:cNvPr>
            <p:cNvSpPr/>
            <p:nvPr/>
          </p:nvSpPr>
          <p:spPr>
            <a:xfrm>
              <a:off x="8842248" y="3310128"/>
              <a:ext cx="228600" cy="1188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b="1">
                  <a:solidFill>
                    <a:srgbClr val="07101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1</a:t>
              </a:r>
              <a:endParaRPr lang="en-US" sz="850"/>
            </a:p>
          </p:txBody>
        </p:sp>
      </p:grpSp>
      <p:sp>
        <p:nvSpPr>
          <p:cNvPr id="53" name="Text 47">
            <a:extLst>
              <a:ext uri="{FF2B5EF4-FFF2-40B4-BE49-F238E27FC236}">
                <a16:creationId xmlns:a16="http://schemas.microsoft.com/office/drawing/2014/main" id="{D1CDC15E-D454-0265-3173-1ACE2AA2FA33}"/>
              </a:ext>
            </a:extLst>
          </p:cNvPr>
          <p:cNvSpPr/>
          <p:nvPr/>
        </p:nvSpPr>
        <p:spPr>
          <a:xfrm>
            <a:off x="8915400" y="586023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900" b="1">
                <a:solidFill>
                  <a:srgbClr val="A7B4B8"/>
                </a:solidFill>
                <a:latin typeface="Aptos"/>
              </a:rPr>
              <a:t>Both</a:t>
            </a:r>
            <a:r>
              <a:rPr sz="900" b="1">
                <a:solidFill>
                  <a:srgbClr val="A7B4B8"/>
                </a:solidFill>
                <a:latin typeface="Aptos"/>
              </a:rPr>
              <a:t> completed </a:t>
            </a:r>
            <a:r>
              <a:rPr lang="en-GB" sz="900" b="1">
                <a:solidFill>
                  <a:srgbClr val="A7B4B8"/>
                </a:solidFill>
                <a:latin typeface="Aptos"/>
              </a:rPr>
              <a:t>&amp; monsters correct </a:t>
            </a:r>
            <a:r>
              <a:rPr sz="900" b="1">
                <a:solidFill>
                  <a:srgbClr val="A7B4B8"/>
                </a:solidFill>
                <a:latin typeface="Aptos"/>
              </a:rPr>
              <a:t>= 3 raffle entries</a:t>
            </a:r>
            <a:endParaRPr lang="en-US" sz="1020"/>
          </a:p>
        </p:txBody>
      </p:sp>
      <p:graphicFrame>
        <p:nvGraphicFramePr>
          <p:cNvPr id="54" name="TEST chart"/>
          <p:cNvGraphicFramePr>
            <a:graphicFrameLocks noGrp="1"/>
          </p:cNvGraphicFramePr>
          <p:nvPr/>
        </p:nvGraphicFramePr>
        <p:xfrm>
          <a:off x="4626864" y="2816352"/>
          <a:ext cx="3520440" cy="235915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6583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 b="1">
                <a:solidFill>
                  <a:srgbClr val="FF7A00"/>
                </a:solidFill>
                <a:latin typeface="Arial"/>
              </a:rPr>
              <a:t>SECTION 4 — SHOW</a:t>
            </a:r>
            <a:r>
              <a:rPr lang="en-GB" sz="1100" b="1">
                <a:solidFill>
                  <a:srgbClr val="FF7A00"/>
                </a:solidFill>
                <a:latin typeface="Arial"/>
              </a:rPr>
              <a:t>CASE</a:t>
            </a:r>
            <a:r>
              <a:rPr sz="1100" b="1">
                <a:solidFill>
                  <a:srgbClr val="FF7A00"/>
                </a:solidFill>
                <a:latin typeface="Arial"/>
              </a:rPr>
              <a:t> (PART 1)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420624" y="94183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500" b="1">
                <a:solidFill>
                  <a:srgbClr val="F5F7F7"/>
                </a:solidFill>
                <a:latin typeface="Arial Black"/>
              </a:rPr>
              <a:t>SHOW</a:t>
            </a:r>
            <a:r>
              <a:rPr lang="en-GB" sz="2500" b="1">
                <a:solidFill>
                  <a:srgbClr val="F5F7F7"/>
                </a:solidFill>
                <a:latin typeface="Arial Black"/>
              </a:rPr>
              <a:t>CASE</a:t>
            </a:r>
            <a:r>
              <a:rPr sz="2500" b="1">
                <a:solidFill>
                  <a:srgbClr val="F5F7F7"/>
                </a:solidFill>
                <a:latin typeface="Arial Black"/>
              </a:rPr>
              <a:t> — Your </a:t>
            </a:r>
            <a:r>
              <a:rPr lang="en-GB" sz="2500" b="1">
                <a:solidFill>
                  <a:srgbClr val="F5F7F7"/>
                </a:solidFill>
                <a:latin typeface="Arial Black"/>
              </a:rPr>
              <a:t>best work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438912" y="155448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100">
                <a:solidFill>
                  <a:srgbClr val="A7B4B8"/>
                </a:solidFill>
                <a:latin typeface="Aptos"/>
              </a:rPr>
              <a:t>Our strongest output: the whole detector running live on the unseen TEST data, from one command to the paste-ready Excel list.</a:t>
            </a:r>
            <a:endParaRPr lang="en-US" sz="1450"/>
          </a:p>
        </p:txBody>
      </p:sp>
      <p:sp>
        <p:nvSpPr>
          <p:cNvPr id="5" name="Shape 3"/>
          <p:cNvSpPr/>
          <p:nvPr/>
        </p:nvSpPr>
        <p:spPr>
          <a:xfrm>
            <a:off x="475488" y="2103120"/>
            <a:ext cx="11201400" cy="3611880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080760" y="2971800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GB" sz="1300" b="1">
                <a:solidFill>
                  <a:srgbClr val="F5F7F7"/>
                </a:solidFill>
                <a:latin typeface="Aptos"/>
              </a:rPr>
              <a:t>One command, nine rules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1050" b="1">
                <a:solidFill>
                  <a:srgbClr val="F5F7F7"/>
                </a:solidFill>
                <a:latin typeface="Aptos"/>
              </a:rPr>
              <a:t>62 findings</a:t>
            </a:r>
            <a:r>
              <a:rPr lang="en-GB" sz="1050" b="0">
                <a:solidFill>
                  <a:srgbClr val="F5F7F7"/>
                </a:solidFill>
                <a:latin typeface="Aptos"/>
              </a:rPr>
              <a:t> across 62 students, 8 of the 9 monster types.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1050" b="1">
                <a:solidFill>
                  <a:srgbClr val="F5F7F7"/>
                </a:solidFill>
                <a:latin typeface="Aptos"/>
              </a:rPr>
              <a:t>About 12–18 s</a:t>
            </a:r>
            <a:r>
              <a:rPr lang="en-GB" sz="1050" b="0">
                <a:solidFill>
                  <a:srgbClr val="F5F7F7"/>
                </a:solidFill>
                <a:latin typeface="Aptos"/>
              </a:rPr>
              <a:t> on a laptop. Call us over and we'll run it live.</a:t>
            </a:r>
          </a:p>
          <a:p>
            <a:pPr marL="0" indent="0">
              <a:buNone/>
            </a:pPr>
            <a:r>
              <a:rPr lang="en-GB" sz="1050" b="1">
                <a:solidFill>
                  <a:srgbClr val="00D8D8"/>
                </a:solidFill>
                <a:latin typeface="Aptos"/>
              </a:rPr>
              <a:t>Scored on HUNT first:</a:t>
            </a:r>
            <a:r>
              <a:rPr lang="en-GB" sz="1050" b="0">
                <a:solidFill>
                  <a:srgbClr val="F5F7F7"/>
                </a:solidFill>
                <a:latin typeface="Aptos"/>
              </a:rPr>
              <a:t> 437 of 449 HUNT findings right (97%).</a:t>
            </a:r>
          </a:p>
        </p:txBody>
      </p:sp>
      <p:sp>
        <p:nvSpPr>
          <p:cNvPr id="7" name="Text 5"/>
          <p:cNvSpPr/>
          <p:nvPr/>
        </p:nvSpPr>
        <p:spPr>
          <a:xfrm>
            <a:off x="6080760" y="50749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 b="1">
                <a:solidFill>
                  <a:srgbClr val="00D8D8"/>
                </a:solidFill>
                <a:latin typeface="Arial"/>
              </a:rPr>
              <a:t>UV RUN PYTHON -M DETECTOR TEST</a:t>
            </a:r>
            <a:endParaRPr lang="en-US" sz="1100"/>
          </a:p>
        </p:txBody>
      </p:sp>
      <p:sp>
        <p:nvSpPr>
          <p:cNvPr id="8" name="Shape 6"/>
          <p:cNvSpPr/>
          <p:nvPr/>
        </p:nvSpPr>
        <p:spPr>
          <a:xfrm rot="19800000">
            <a:off x="9738360" y="4160520"/>
            <a:ext cx="297180" cy="274320"/>
          </a:xfrm>
          <a:prstGeom prst="triangle">
            <a:avLst/>
          </a:prstGeom>
          <a:solidFill>
            <a:srgbClr val="FF7A00"/>
          </a:solidFill>
          <a:ln w="1270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rot="1800000">
            <a:off x="10469880" y="4160520"/>
            <a:ext cx="297180" cy="274320"/>
          </a:xfrm>
          <a:prstGeom prst="triangle">
            <a:avLst/>
          </a:prstGeom>
          <a:solidFill>
            <a:srgbClr val="FF7A00"/>
          </a:solidFill>
          <a:ln w="1270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9646920" y="4274820"/>
            <a:ext cx="1200150" cy="1005840"/>
          </a:xfrm>
          <a:prstGeom prst="ellipse">
            <a:avLst/>
          </a:prstGeom>
          <a:solidFill>
            <a:srgbClr val="00D8D8"/>
          </a:solidFill>
          <a:ln w="12700">
            <a:solidFill>
              <a:srgbClr val="00D8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875520" y="4549140"/>
            <a:ext cx="274320" cy="297180"/>
          </a:xfrm>
          <a:prstGeom prst="ellipse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0332720" y="4549140"/>
            <a:ext cx="274320" cy="297180"/>
          </a:xfrm>
          <a:prstGeom prst="ellipse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9978390" y="4640580"/>
            <a:ext cx="91440" cy="114300"/>
          </a:xfrm>
          <a:prstGeom prst="ellipse">
            <a:avLst/>
          </a:prstGeom>
          <a:solidFill>
            <a:srgbClr val="071013"/>
          </a:solidFill>
          <a:ln w="12700">
            <a:solidFill>
              <a:srgbClr val="07101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0435590" y="4640580"/>
            <a:ext cx="91440" cy="114300"/>
          </a:xfrm>
          <a:prstGeom prst="ellipse">
            <a:avLst/>
          </a:prstGeom>
          <a:solidFill>
            <a:srgbClr val="071013"/>
          </a:solidFill>
          <a:ln w="12700">
            <a:solidFill>
              <a:srgbClr val="07101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0069830" y="4823460"/>
            <a:ext cx="377190" cy="194310"/>
          </a:xfrm>
          <a:prstGeom prst="arc">
            <a:avLst/>
          </a:prstGeom>
          <a:solidFill>
            <a:srgbClr val="00D8D8">
              <a:alpha val="0"/>
            </a:srgbClr>
          </a:solidFill>
          <a:ln w="25400">
            <a:solidFill>
              <a:srgbClr val="07101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571232" y="2441448"/>
            <a:ext cx="3246120" cy="438912"/>
          </a:xfrm>
          <a:prstGeom prst="roundRect">
            <a:avLst/>
          </a:prstGeom>
          <a:solidFill>
            <a:srgbClr val="0F1A1E"/>
          </a:solidFill>
          <a:ln w="15240">
            <a:solidFill>
              <a:srgbClr val="FF7A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708392" y="2542032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 b="1">
                <a:solidFill>
                  <a:srgbClr val="FF7A00"/>
                </a:solidFill>
                <a:latin typeface="Aptos"/>
              </a:rPr>
              <a:t>SHOW — PART 1 OF 2</a:t>
            </a:r>
            <a:endParaRPr lang="en-US" sz="105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3979D"/>
                </a:solidFill>
                <a:latin typeface="Aptos"/>
                <a:ea typeface="Aptos"/>
                <a:cs typeface="Aptos"/>
              </a:defRPr>
            </a:lvl1pPr>
          </a:lstStyle>
          <a:p>
            <a:r>
              <a:t>7</a:t>
            </a:r>
          </a:p>
        </p:txBody>
      </p:sp>
      <p:pic>
        <p:nvPicPr>
          <p:cNvPr id="26" name="Live run screenshot" descr="Terminal: uv run python -m detector test, per-monster counts, 62 rows, 62 distinct P_IDs, done in 17.8 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77440"/>
            <a:ext cx="4824603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65836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100" b="1">
                <a:solidFill>
                  <a:srgbClr val="FF7A00"/>
                </a:solidFill>
                <a:latin typeface="Arial"/>
              </a:rPr>
              <a:t>SECTION 4 — SHOWCASE (PART 2)</a:t>
            </a:r>
          </a:p>
        </p:txBody>
      </p:sp>
      <p:sp>
        <p:nvSpPr>
          <p:cNvPr id="3" name="Text 1"/>
          <p:cNvSpPr/>
          <p:nvPr/>
        </p:nvSpPr>
        <p:spPr>
          <a:xfrm>
            <a:off x="420624" y="94183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400" b="1">
                <a:solidFill>
                  <a:srgbClr val="F5F7F7"/>
                </a:solidFill>
                <a:latin typeface="Arial Black"/>
              </a:rPr>
              <a:t>SHOW</a:t>
            </a:r>
            <a:r>
              <a:rPr lang="en-GB" sz="2400" b="1">
                <a:solidFill>
                  <a:srgbClr val="F5F7F7"/>
                </a:solidFill>
                <a:latin typeface="Arial Black"/>
              </a:rPr>
              <a:t>CASE</a:t>
            </a:r>
            <a:r>
              <a:rPr sz="2400" b="1">
                <a:solidFill>
                  <a:srgbClr val="F5F7F7"/>
                </a:solidFill>
                <a:latin typeface="Arial Black"/>
              </a:rPr>
              <a:t> — What should the judges remember?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438912" y="1554480"/>
            <a:ext cx="10698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100">
                <a:solidFill>
                  <a:srgbClr val="A7B4B8"/>
                </a:solidFill>
                <a:latin typeface="Aptos"/>
              </a:rPr>
              <a:t>Agents did the typing. Every rule had to earn its place against the released HUNT answers before it ran on TEST.</a:t>
            </a:r>
          </a:p>
        </p:txBody>
      </p:sp>
      <p:sp>
        <p:nvSpPr>
          <p:cNvPr id="5" name="Shape 3"/>
          <p:cNvSpPr/>
          <p:nvPr/>
        </p:nvSpPr>
        <p:spPr>
          <a:xfrm>
            <a:off x="475488" y="2103120"/>
            <a:ext cx="11201400" cy="3611880"/>
          </a:xfrm>
          <a:prstGeom prst="roundRect">
            <a:avLst/>
          </a:prstGeom>
          <a:solidFill>
            <a:srgbClr val="111A1F"/>
          </a:solidFill>
          <a:ln w="15240">
            <a:solidFill>
              <a:srgbClr val="2940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86384" y="237744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GB" sz="1300" b="1">
                <a:solidFill>
                  <a:srgbClr val="F5F7F7"/>
                </a:solidFill>
                <a:latin typeface="Aptos"/>
              </a:rPr>
              <a:t>How we used AI</a:t>
            </a:r>
          </a:p>
          <a:p>
            <a:pPr marL="171450" indent="-171450">
              <a:spcAft>
                <a:spcPts val="400"/>
              </a:spcAft>
              <a:buFont typeface="Arial"/>
              <a:buChar char="•"/>
            </a:pPr>
            <a:r>
              <a:rPr lang="en-GB" sz="1050" b="0">
                <a:solidFill>
                  <a:srgbClr val="F5F7F7"/>
                </a:solidFill>
                <a:latin typeface="Aptos"/>
              </a:rPr>
              <a:t>AI agents wrote the detector code, the SQL rules and drafts of these slides from our Monster Guide notes.</a:t>
            </a:r>
          </a:p>
          <a:p>
            <a:pPr marL="171450" indent="-171450">
              <a:spcAft>
                <a:spcPts val="1000"/>
              </a:spcAft>
              <a:buFont typeface="Arial"/>
              <a:buChar char="•"/>
            </a:pPr>
            <a:r>
              <a:rPr lang="en-GB" sz="1050" b="0">
                <a:solidFill>
                  <a:srgbClr val="F5F7F7"/>
                </a:solidFill>
                <a:latin typeface="Aptos"/>
              </a:rPr>
              <a:t>We had them build a Scoring script, so no rule reached TEST until it was checked against the HUNT answers.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1300" b="1">
                <a:solidFill>
                  <a:srgbClr val="F5F7F7"/>
                </a:solidFill>
                <a:latin typeface="Aptos"/>
              </a:rPr>
              <a:t>What we checked ourselves</a:t>
            </a:r>
          </a:p>
          <a:p>
            <a:pPr marL="171450" indent="-171450">
              <a:spcAft>
                <a:spcPts val="400"/>
              </a:spcAft>
              <a:buFont typeface="Arial"/>
              <a:buChar char="•"/>
            </a:pPr>
            <a:r>
              <a:rPr lang="en-GB" sz="1050" b="0">
                <a:solidFill>
                  <a:srgbClr val="F5F7F7"/>
                </a:solidFill>
                <a:latin typeface="Aptos"/>
              </a:rPr>
              <a:t>We chose each retune, and when to stop: Web Crawler stays strict (15 of 15 right) instead of chasing its 32 misses.</a:t>
            </a:r>
          </a:p>
          <a:p>
            <a:pPr marL="171450" indent="-171450">
              <a:buFont typeface="Arial"/>
              <a:buChar char="•"/>
            </a:pPr>
            <a:r>
              <a:rPr lang="en-GB" sz="1050" b="0">
                <a:solidFill>
                  <a:srgbClr val="F5F7F7"/>
                </a:solidFill>
                <a:latin typeface="Aptos"/>
              </a:rPr>
              <a:t>We flag the weak spots: Ghost and Werewolf don't follow their clues in the answers, so they're our least certain results.</a:t>
            </a:r>
          </a:p>
        </p:txBody>
      </p:sp>
      <p:sp>
        <p:nvSpPr>
          <p:cNvPr id="7" name="Text 5"/>
          <p:cNvSpPr/>
          <p:nvPr/>
        </p:nvSpPr>
        <p:spPr>
          <a:xfrm>
            <a:off x="786384" y="5212080"/>
            <a:ext cx="434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 b="1">
                <a:solidFill>
                  <a:srgbClr val="00D8D8"/>
                </a:solidFill>
                <a:latin typeface="Arial"/>
              </a:rPr>
              <a:t>HUNT PRECISION 65% → 97% AFTER FIVE RETUNES</a:t>
            </a:r>
            <a:endParaRPr lang="en-US" sz="110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83979D"/>
                </a:solidFill>
                <a:latin typeface="Aptos"/>
                <a:ea typeface="Aptos"/>
                <a:cs typeface="Aptos"/>
              </a:defRPr>
            </a:lvl1pPr>
          </a:lstStyle>
          <a:p>
            <a:r>
              <a:t>8</a:t>
            </a:r>
          </a:p>
        </p:txBody>
      </p:sp>
      <p:pic>
        <p:nvPicPr>
          <p:cNvPr id="26" name="Scoring before and after" descr="Scoring against the HUNT answers, before and after retuning: 406 right, 214 wrong (65%) before; 437 right, 12 wrong (97%) af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331720"/>
            <a:ext cx="5760720" cy="31683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Imperial College Word font theme">
      <a:majorFont>
        <a:latin typeface="Imperial Sans Text Medium"/>
        <a:ea typeface=""/>
        <a:cs typeface=""/>
      </a:majorFont>
      <a:minorFont>
        <a:latin typeface="Imperial Sans Tex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FB24992E7729B43A4CBB213D1F3530A" ma:contentTypeVersion="0" ma:contentTypeDescription="Create a new document." ma:contentTypeScope="" ma:versionID="1e735c939cfcce194ba4f11ed4269823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500c6692915ba10984c0aabd49f31b22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AC138B0-E5A0-4159-937C-37C6A5C9338E}"/>
</file>

<file path=customXml/itemProps2.xml><?xml version="1.0" encoding="utf-8"?>
<ds:datastoreItem xmlns:ds="http://schemas.openxmlformats.org/officeDocument/2006/customXml" ds:itemID="{9E5212D4-9A44-4995-BE0F-97FB3E189DE7}">
  <ds:schemaRefs>
    <ds:schemaRef ds:uri="0dca51e2-d527-41d9-a8ae-702a4a244078"/>
    <ds:schemaRef ds:uri="5c9a932a-8c74-47bf-9b36-258edbce5cac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39FB992-E15F-4941-A07E-1FF8A96B498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15</Slides>
  <Notes>10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Imperial College London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Monster Hack – Team Submission Template</dc:title>
  <dc:subject>Mini Monster Hack student submission template</dc:subject>
  <dc:creator>Data CoLab</dc:creator>
  <cp:revision>1</cp:revision>
  <dcterms:created xsi:type="dcterms:W3CDTF">2026-10-21T14:57:24Z</dcterms:created>
  <dcterms:modified xsi:type="dcterms:W3CDTF">2026-10-22T13:44:17Z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0x0101005FB24992E7729B43A4CBB213D1F3530A</vt:lpwstr>
  </property>
  <property fmtid="{D5CDD505-2E9C-101B-9397-08002B2CF9AE}" pid="3" name="MediaServiceImageTags">
    <vt:lpwstr/>
  </property>
</Properties>
</file>