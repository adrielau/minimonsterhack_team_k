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61" r:id="rId13"/>
    <p:sldId id="262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D8A1B9-78CD-4D6A-9115-7859C80A8058}" v="1" dt="2026-10-22T12:25:30.975"/>
    <p1510:client id="{B799400C-976C-4FD1-901F-7EFF882DEAE4}" v="395" dt="2026-10-22T13:43:31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key, Helen C" userId="80814b1d-42a1-48c1-84aa-efb7524552c1" providerId="ADAL" clId="{37198984-9AA1-40DD-9F5C-EEAF621817BD}"/>
    <pc:docChg chg="undo custSel modSld">
      <pc:chgData name="Walkey, Helen C" userId="80814b1d-42a1-48c1-84aa-efb7524552c1" providerId="ADAL" clId="{37198984-9AA1-40DD-9F5C-EEAF621817BD}" dt="2026-10-22T13:43:31.624" v="404" actId="20577"/>
      <pc:docMkLst>
        <pc:docMk/>
      </pc:docMkLst>
      <pc:sldChg chg="modSp mod">
        <pc:chgData name="Walkey, Helen C" userId="80814b1d-42a1-48c1-84aa-efb7524552c1" providerId="ADAL" clId="{37198984-9AA1-40DD-9F5C-EEAF621817BD}" dt="2026-10-22T13:33:25.319" v="314" actId="20577"/>
        <pc:sldMkLst>
          <pc:docMk/>
          <pc:sldMk cId="0" sldId="256"/>
        </pc:sldMkLst>
        <pc:spChg chg="mod">
          <ac:chgData name="Walkey, Helen C" userId="80814b1d-42a1-48c1-84aa-efb7524552c1" providerId="ADAL" clId="{37198984-9AA1-40DD-9F5C-EEAF621817BD}" dt="2026-10-22T13:06:18.070" v="138" actId="20577"/>
          <ac:spMkLst>
            <pc:docMk/>
            <pc:sldMk cId="0" sldId="256"/>
            <ac:spMk id="2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05:53.057" v="128" actId="20577"/>
          <ac:spMkLst>
            <pc:docMk/>
            <pc:sldMk cId="0" sldId="256"/>
            <ac:spMk id="31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33:25.319" v="314" actId="20577"/>
          <ac:spMkLst>
            <pc:docMk/>
            <pc:sldMk cId="0" sldId="256"/>
            <ac:spMk id="35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21:30.631" v="310" actId="20577"/>
          <ac:spMkLst>
            <pc:docMk/>
            <pc:sldMk cId="0" sldId="256"/>
            <ac:spMk id="36" creationId="{00000000-0000-0000-0000-000000000000}"/>
          </ac:spMkLst>
        </pc:spChg>
      </pc:sldChg>
      <pc:sldChg chg="addSp delSp modSp mod">
        <pc:chgData name="Walkey, Helen C" userId="80814b1d-42a1-48c1-84aa-efb7524552c1" providerId="ADAL" clId="{37198984-9AA1-40DD-9F5C-EEAF621817BD}" dt="2026-10-22T13:14:44.660" v="228" actId="22"/>
        <pc:sldMkLst>
          <pc:docMk/>
          <pc:sldMk cId="0" sldId="257"/>
        </pc:sldMkLst>
        <pc:spChg chg="mod">
          <ac:chgData name="Walkey, Helen C" userId="80814b1d-42a1-48c1-84aa-efb7524552c1" providerId="ADAL" clId="{37198984-9AA1-40DD-9F5C-EEAF621817BD}" dt="2026-10-22T12:23:54.615" v="9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3:48.689" v="220" actId="164"/>
          <ac:spMkLst>
            <pc:docMk/>
            <pc:sldMk cId="0" sldId="257"/>
            <ac:spMk id="3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3:48.689" v="220" actId="164"/>
          <ac:spMkLst>
            <pc:docMk/>
            <pc:sldMk cId="0" sldId="257"/>
            <ac:spMk id="37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32:54.208" v="118" actId="164"/>
          <ac:spMkLst>
            <pc:docMk/>
            <pc:sldMk cId="0" sldId="257"/>
            <ac:spMk id="39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32:54.208" v="118" actId="164"/>
          <ac:spMkLst>
            <pc:docMk/>
            <pc:sldMk cId="0" sldId="257"/>
            <ac:spMk id="40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30:07.698" v="79" actId="20577"/>
          <ac:spMkLst>
            <pc:docMk/>
            <pc:sldMk cId="0" sldId="257"/>
            <ac:spMk id="44" creationId="{5C443604-6245-FE79-848C-A6C0DDE168D0}"/>
          </ac:spMkLst>
        </pc:spChg>
        <pc:spChg chg="add del">
          <ac:chgData name="Walkey, Helen C" userId="80814b1d-42a1-48c1-84aa-efb7524552c1" providerId="ADAL" clId="{37198984-9AA1-40DD-9F5C-EEAF621817BD}" dt="2026-10-22T12:32:35.566" v="115" actId="22"/>
          <ac:spMkLst>
            <pc:docMk/>
            <pc:sldMk cId="0" sldId="257"/>
            <ac:spMk id="46" creationId="{B3744820-80BD-058B-66FF-3BFDC21F96CA}"/>
          </ac:spMkLst>
        </pc:spChg>
        <pc:spChg chg="add del">
          <ac:chgData name="Walkey, Helen C" userId="80814b1d-42a1-48c1-84aa-efb7524552c1" providerId="ADAL" clId="{37198984-9AA1-40DD-9F5C-EEAF621817BD}" dt="2026-10-22T12:32:35.566" v="115" actId="22"/>
          <ac:spMkLst>
            <pc:docMk/>
            <pc:sldMk cId="0" sldId="257"/>
            <ac:spMk id="48" creationId="{38A8C313-7BA9-C7A9-9773-502FD41DB942}"/>
          </ac:spMkLst>
        </pc:spChg>
        <pc:spChg chg="add del">
          <ac:chgData name="Walkey, Helen C" userId="80814b1d-42a1-48c1-84aa-efb7524552c1" providerId="ADAL" clId="{37198984-9AA1-40DD-9F5C-EEAF621817BD}" dt="2026-10-22T12:32:43.881" v="117" actId="478"/>
          <ac:spMkLst>
            <pc:docMk/>
            <pc:sldMk cId="0" sldId="257"/>
            <ac:spMk id="50" creationId="{B613DC3F-A260-660C-F3C2-101D6B8DEBD9}"/>
          </ac:spMkLst>
        </pc:spChg>
        <pc:spChg chg="add del">
          <ac:chgData name="Walkey, Helen C" userId="80814b1d-42a1-48c1-84aa-efb7524552c1" providerId="ADAL" clId="{37198984-9AA1-40DD-9F5C-EEAF621817BD}" dt="2026-10-22T13:14:32.735" v="227" actId="478"/>
          <ac:spMkLst>
            <pc:docMk/>
            <pc:sldMk cId="0" sldId="257"/>
            <ac:spMk id="54" creationId="{30E225FD-3B31-FEBA-7E8F-1EDD55AE6D39}"/>
          </ac:spMkLst>
        </pc:spChg>
        <pc:spChg chg="add del">
          <ac:chgData name="Walkey, Helen C" userId="80814b1d-42a1-48c1-84aa-efb7524552c1" providerId="ADAL" clId="{37198984-9AA1-40DD-9F5C-EEAF621817BD}" dt="2026-10-22T13:14:02.531" v="224" actId="22"/>
          <ac:spMkLst>
            <pc:docMk/>
            <pc:sldMk cId="0" sldId="257"/>
            <ac:spMk id="56" creationId="{6BCE5F53-2A0E-6DAB-2E5F-D64253DB72DC}"/>
          </ac:spMkLst>
        </pc:spChg>
        <pc:spChg chg="mod">
          <ac:chgData name="Walkey, Helen C" userId="80814b1d-42a1-48c1-84aa-efb7524552c1" providerId="ADAL" clId="{37198984-9AA1-40DD-9F5C-EEAF621817BD}" dt="2026-10-22T13:14:18.338" v="225"/>
          <ac:spMkLst>
            <pc:docMk/>
            <pc:sldMk cId="0" sldId="257"/>
            <ac:spMk id="58" creationId="{1B0632D0-7526-2351-8559-B1854BDD4AD8}"/>
          </ac:spMkLst>
        </pc:spChg>
        <pc:spChg chg="mod">
          <ac:chgData name="Walkey, Helen C" userId="80814b1d-42a1-48c1-84aa-efb7524552c1" providerId="ADAL" clId="{37198984-9AA1-40DD-9F5C-EEAF621817BD}" dt="2026-10-22T13:14:18.338" v="225"/>
          <ac:spMkLst>
            <pc:docMk/>
            <pc:sldMk cId="0" sldId="257"/>
            <ac:spMk id="59" creationId="{9FE75A08-77E0-FA4F-8D8F-5E81114DBCBC}"/>
          </ac:spMkLst>
        </pc:spChg>
        <pc:spChg chg="add">
          <ac:chgData name="Walkey, Helen C" userId="80814b1d-42a1-48c1-84aa-efb7524552c1" providerId="ADAL" clId="{37198984-9AA1-40DD-9F5C-EEAF621817BD}" dt="2026-10-22T13:14:44.660" v="228" actId="22"/>
          <ac:spMkLst>
            <pc:docMk/>
            <pc:sldMk cId="0" sldId="257"/>
            <ac:spMk id="61" creationId="{D5153D26-ACD5-A682-34A3-9A75E7608E55}"/>
          </ac:spMkLst>
        </pc:spChg>
        <pc:grpChg chg="add del mod">
          <ac:chgData name="Walkey, Helen C" userId="80814b1d-42a1-48c1-84aa-efb7524552c1" providerId="ADAL" clId="{37198984-9AA1-40DD-9F5C-EEAF621817BD}" dt="2026-10-22T13:13:50.754" v="221" actId="478"/>
          <ac:grpSpMkLst>
            <pc:docMk/>
            <pc:sldMk cId="0" sldId="257"/>
            <ac:grpSpMk id="51" creationId="{FFB0FB34-363B-E33A-6183-5D38670C8A8A}"/>
          </ac:grpSpMkLst>
        </pc:grpChg>
        <pc:grpChg chg="add mod">
          <ac:chgData name="Walkey, Helen C" userId="80814b1d-42a1-48c1-84aa-efb7524552c1" providerId="ADAL" clId="{37198984-9AA1-40DD-9F5C-EEAF621817BD}" dt="2026-10-22T13:13:48.689" v="220" actId="164"/>
          <ac:grpSpMkLst>
            <pc:docMk/>
            <pc:sldMk cId="0" sldId="257"/>
            <ac:grpSpMk id="52" creationId="{1D10BC06-253E-6D66-331D-F07FF909ABB4}"/>
          </ac:grpSpMkLst>
        </pc:grpChg>
        <pc:grpChg chg="add mod">
          <ac:chgData name="Walkey, Helen C" userId="80814b1d-42a1-48c1-84aa-efb7524552c1" providerId="ADAL" clId="{37198984-9AA1-40DD-9F5C-EEAF621817BD}" dt="2026-10-22T13:14:23.214" v="226" actId="1076"/>
          <ac:grpSpMkLst>
            <pc:docMk/>
            <pc:sldMk cId="0" sldId="257"/>
            <ac:grpSpMk id="57" creationId="{FC54C57A-E0D9-7B5C-70DA-20817EA2112E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08:55.902" v="148" actId="1076"/>
        <pc:sldMkLst>
          <pc:docMk/>
          <pc:sldMk cId="0" sldId="258"/>
        </pc:sldMkLst>
        <pc:spChg chg="mod">
          <ac:chgData name="Walkey, Helen C" userId="80814b1d-42a1-48c1-84aa-efb7524552c1" providerId="ADAL" clId="{37198984-9AA1-40DD-9F5C-EEAF621817BD}" dt="2026-10-22T12:26:29.218" v="48" actId="20577"/>
          <ac:spMkLst>
            <pc:docMk/>
            <pc:sldMk cId="0" sldId="258"/>
            <ac:spMk id="14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27.976" v="142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24.362" v="141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43.825" v="146" actId="478"/>
          <ac:spMkLst>
            <pc:docMk/>
            <pc:sldMk cId="0" sldId="258"/>
            <ac:spMk id="36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25:41.185" v="13" actId="164"/>
          <ac:spMkLst>
            <pc:docMk/>
            <pc:sldMk cId="0" sldId="258"/>
            <ac:spMk id="42" creationId="{2282F8AB-4050-E53A-F450-079C4081999F}"/>
          </ac:spMkLst>
        </pc:spChg>
        <pc:spChg chg="add mod">
          <ac:chgData name="Walkey, Helen C" userId="80814b1d-42a1-48c1-84aa-efb7524552c1" providerId="ADAL" clId="{37198984-9AA1-40DD-9F5C-EEAF621817BD}" dt="2026-10-22T13:07:16.477" v="140" actId="20577"/>
          <ac:spMkLst>
            <pc:docMk/>
            <pc:sldMk cId="0" sldId="258"/>
            <ac:spMk id="44" creationId="{2A3D4664-02FF-01A3-6C82-EFFEF0E26CFB}"/>
          </ac:spMkLst>
        </pc:spChg>
        <pc:spChg chg="mod">
          <ac:chgData name="Walkey, Helen C" userId="80814b1d-42a1-48c1-84aa-efb7524552c1" providerId="ADAL" clId="{37198984-9AA1-40DD-9F5C-EEAF621817BD}" dt="2026-10-22T13:08:28.899" v="143"/>
          <ac:spMkLst>
            <pc:docMk/>
            <pc:sldMk cId="0" sldId="258"/>
            <ac:spMk id="47" creationId="{44E68BAA-8A03-CC7A-901A-C85E91053ABF}"/>
          </ac:spMkLst>
        </pc:spChg>
        <pc:spChg chg="mod">
          <ac:chgData name="Walkey, Helen C" userId="80814b1d-42a1-48c1-84aa-efb7524552c1" providerId="ADAL" clId="{37198984-9AA1-40DD-9F5C-EEAF621817BD}" dt="2026-10-22T13:08:28.899" v="143"/>
          <ac:spMkLst>
            <pc:docMk/>
            <pc:sldMk cId="0" sldId="258"/>
            <ac:spMk id="48" creationId="{2659925F-B520-AB84-1913-DAA2174EE0D6}"/>
          </ac:spMkLst>
        </pc:spChg>
        <pc:spChg chg="mod">
          <ac:chgData name="Walkey, Helen C" userId="80814b1d-42a1-48c1-84aa-efb7524552c1" providerId="ADAL" clId="{37198984-9AA1-40DD-9F5C-EEAF621817BD}" dt="2026-10-22T13:08:45.270" v="147"/>
          <ac:spMkLst>
            <pc:docMk/>
            <pc:sldMk cId="0" sldId="258"/>
            <ac:spMk id="50" creationId="{CAD73F20-FA1E-875F-6556-A772BF23A92D}"/>
          </ac:spMkLst>
        </pc:spChg>
        <pc:spChg chg="mod">
          <ac:chgData name="Walkey, Helen C" userId="80814b1d-42a1-48c1-84aa-efb7524552c1" providerId="ADAL" clId="{37198984-9AA1-40DD-9F5C-EEAF621817BD}" dt="2026-10-22T13:08:45.270" v="147"/>
          <ac:spMkLst>
            <pc:docMk/>
            <pc:sldMk cId="0" sldId="258"/>
            <ac:spMk id="51" creationId="{DBFD25B9-DCCF-DC76-C87E-5E380DA07545}"/>
          </ac:spMkLst>
        </pc:spChg>
        <pc:grpChg chg="add mod">
          <ac:chgData name="Walkey, Helen C" userId="80814b1d-42a1-48c1-84aa-efb7524552c1" providerId="ADAL" clId="{37198984-9AA1-40DD-9F5C-EEAF621817BD}" dt="2026-10-22T12:26:15.969" v="16" actId="14100"/>
          <ac:grpSpMkLst>
            <pc:docMk/>
            <pc:sldMk cId="0" sldId="258"/>
            <ac:grpSpMk id="45" creationId="{894E29DC-686F-1399-ADD2-A729B5C1566D}"/>
          </ac:grpSpMkLst>
        </pc:grpChg>
        <pc:grpChg chg="add mod">
          <ac:chgData name="Walkey, Helen C" userId="80814b1d-42a1-48c1-84aa-efb7524552c1" providerId="ADAL" clId="{37198984-9AA1-40DD-9F5C-EEAF621817BD}" dt="2026-10-22T13:08:41.625" v="145" actId="1076"/>
          <ac:grpSpMkLst>
            <pc:docMk/>
            <pc:sldMk cId="0" sldId="258"/>
            <ac:grpSpMk id="46" creationId="{74316844-861F-4409-7B27-AA3E521B0C69}"/>
          </ac:grpSpMkLst>
        </pc:grpChg>
        <pc:grpChg chg="add mod">
          <ac:chgData name="Walkey, Helen C" userId="80814b1d-42a1-48c1-84aa-efb7524552c1" providerId="ADAL" clId="{37198984-9AA1-40DD-9F5C-EEAF621817BD}" dt="2026-10-22T13:08:55.902" v="148" actId="1076"/>
          <ac:grpSpMkLst>
            <pc:docMk/>
            <pc:sldMk cId="0" sldId="258"/>
            <ac:grpSpMk id="49" creationId="{37959A04-79B9-981B-A3FA-E346B375EAB7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40:08.571" v="374" actId="20577"/>
        <pc:sldMkLst>
          <pc:docMk/>
          <pc:sldMk cId="0" sldId="259"/>
        </pc:sldMkLst>
        <pc:spChg chg="mod">
          <ac:chgData name="Walkey, Helen C" userId="80814b1d-42a1-48c1-84aa-efb7524552c1" providerId="ADAL" clId="{37198984-9AA1-40DD-9F5C-EEAF621817BD}" dt="2026-10-22T12:26:55.686" v="50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27:41.713" v="52" actId="2057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0:08.571" v="374" actId="20577"/>
          <ac:spMkLst>
            <pc:docMk/>
            <pc:sldMk cId="0" sldId="259"/>
            <ac:spMk id="35" creationId="{00000000-0000-0000-0000-000000000000}"/>
          </ac:spMkLst>
        </pc:spChg>
        <pc:spChg chg="del mod">
          <ac:chgData name="Walkey, Helen C" userId="80814b1d-42a1-48c1-84aa-efb7524552c1" providerId="ADAL" clId="{37198984-9AA1-40DD-9F5C-EEAF621817BD}" dt="2026-10-22T12:31:04.978" v="96" actId="478"/>
          <ac:spMkLst>
            <pc:docMk/>
            <pc:sldMk cId="0" sldId="259"/>
            <ac:spMk id="42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3:39:07.153" v="316" actId="20577"/>
          <ac:spMkLst>
            <pc:docMk/>
            <pc:sldMk cId="0" sldId="259"/>
            <ac:spMk id="45" creationId="{8780E956-09B2-3315-A429-F7825D02DC2B}"/>
          </ac:spMkLst>
        </pc:spChg>
      </pc:sldChg>
      <pc:sldChg chg="addSp delSp modSp mod">
        <pc:chgData name="Walkey, Helen C" userId="80814b1d-42a1-48c1-84aa-efb7524552c1" providerId="ADAL" clId="{37198984-9AA1-40DD-9F5C-EEAF621817BD}" dt="2026-10-22T13:13:23.230" v="219" actId="20577"/>
        <pc:sldMkLst>
          <pc:docMk/>
          <pc:sldMk cId="0" sldId="260"/>
        </pc:sldMkLst>
        <pc:spChg chg="mod">
          <ac:chgData name="Walkey, Helen C" userId="80814b1d-42a1-48c1-84aa-efb7524552c1" providerId="ADAL" clId="{37198984-9AA1-40DD-9F5C-EEAF621817BD}" dt="2026-10-22T12:31:31.905" v="113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09:57.011" v="167" actId="2057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2:37.616" v="179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0:58.340" v="169" actId="164"/>
          <ac:spMkLst>
            <pc:docMk/>
            <pc:sldMk cId="0" sldId="260"/>
            <ac:spMk id="3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0:58.340" v="169" actId="164"/>
          <ac:spMkLst>
            <pc:docMk/>
            <pc:sldMk cId="0" sldId="260"/>
            <ac:spMk id="37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2:33:11.191" v="120" actId="478"/>
          <ac:spMkLst>
            <pc:docMk/>
            <pc:sldMk cId="0" sldId="260"/>
            <ac:spMk id="39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31:17.490" v="111" actId="20577"/>
          <ac:spMkLst>
            <pc:docMk/>
            <pc:sldMk cId="0" sldId="260"/>
            <ac:spMk id="44" creationId="{0A6D44B6-DC0D-223A-D3A4-48A197CEEF65}"/>
          </ac:spMkLst>
        </pc:spChg>
        <pc:spChg chg="mod">
          <ac:chgData name="Walkey, Helen C" userId="80814b1d-42a1-48c1-84aa-efb7524552c1" providerId="ADAL" clId="{37198984-9AA1-40DD-9F5C-EEAF621817BD}" dt="2026-10-22T12:33:08.333" v="119"/>
          <ac:spMkLst>
            <pc:docMk/>
            <pc:sldMk cId="0" sldId="260"/>
            <ac:spMk id="46" creationId="{83665264-9A07-66EA-DC64-9B6D412D344F}"/>
          </ac:spMkLst>
        </pc:spChg>
        <pc:spChg chg="mod">
          <ac:chgData name="Walkey, Helen C" userId="80814b1d-42a1-48c1-84aa-efb7524552c1" providerId="ADAL" clId="{37198984-9AA1-40DD-9F5C-EEAF621817BD}" dt="2026-10-22T12:33:08.333" v="119"/>
          <ac:spMkLst>
            <pc:docMk/>
            <pc:sldMk cId="0" sldId="260"/>
            <ac:spMk id="47" creationId="{700F2211-38E9-A0D5-56F9-0C370C4B9806}"/>
          </ac:spMkLst>
        </pc:spChg>
        <pc:spChg chg="mod">
          <ac:chgData name="Walkey, Helen C" userId="80814b1d-42a1-48c1-84aa-efb7524552c1" providerId="ADAL" clId="{37198984-9AA1-40DD-9F5C-EEAF621817BD}" dt="2026-10-22T13:10:59.576" v="170"/>
          <ac:spMkLst>
            <pc:docMk/>
            <pc:sldMk cId="0" sldId="260"/>
            <ac:spMk id="50" creationId="{5B300B4D-2230-6C3B-A4C7-AC4EBAD5BF64}"/>
          </ac:spMkLst>
        </pc:spChg>
        <pc:spChg chg="mod">
          <ac:chgData name="Walkey, Helen C" userId="80814b1d-42a1-48c1-84aa-efb7524552c1" providerId="ADAL" clId="{37198984-9AA1-40DD-9F5C-EEAF621817BD}" dt="2026-10-22T13:10:59.576" v="170"/>
          <ac:spMkLst>
            <pc:docMk/>
            <pc:sldMk cId="0" sldId="260"/>
            <ac:spMk id="51" creationId="{75F2B10D-2152-9C76-34CD-5C5A6EAAC593}"/>
          </ac:spMkLst>
        </pc:spChg>
        <pc:spChg chg="add mod">
          <ac:chgData name="Walkey, Helen C" userId="80814b1d-42a1-48c1-84aa-efb7524552c1" providerId="ADAL" clId="{37198984-9AA1-40DD-9F5C-EEAF621817BD}" dt="2026-10-22T13:13:23.230" v="219" actId="20577"/>
          <ac:spMkLst>
            <pc:docMk/>
            <pc:sldMk cId="0" sldId="260"/>
            <ac:spMk id="53" creationId="{D1CDC15E-D454-0265-3173-1ACE2AA2FA33}"/>
          </ac:spMkLst>
        </pc:spChg>
        <pc:grpChg chg="add del mod">
          <ac:chgData name="Walkey, Helen C" userId="80814b1d-42a1-48c1-84aa-efb7524552c1" providerId="ADAL" clId="{37198984-9AA1-40DD-9F5C-EEAF621817BD}" dt="2026-10-22T13:10:46.873" v="168" actId="478"/>
          <ac:grpSpMkLst>
            <pc:docMk/>
            <pc:sldMk cId="0" sldId="260"/>
            <ac:grpSpMk id="45" creationId="{06E755A3-59D2-2C4C-CC99-CBE1B369BB22}"/>
          </ac:grpSpMkLst>
        </pc:grpChg>
        <pc:grpChg chg="add mod">
          <ac:chgData name="Walkey, Helen C" userId="80814b1d-42a1-48c1-84aa-efb7524552c1" providerId="ADAL" clId="{37198984-9AA1-40DD-9F5C-EEAF621817BD}" dt="2026-10-22T13:10:58.340" v="169" actId="164"/>
          <ac:grpSpMkLst>
            <pc:docMk/>
            <pc:sldMk cId="0" sldId="260"/>
            <ac:grpSpMk id="48" creationId="{B86D2A0D-2AF6-8968-8C76-6A06F59955D5}"/>
          </ac:grpSpMkLst>
        </pc:grpChg>
        <pc:grpChg chg="add mod">
          <ac:chgData name="Walkey, Helen C" userId="80814b1d-42a1-48c1-84aa-efb7524552c1" providerId="ADAL" clId="{37198984-9AA1-40DD-9F5C-EEAF621817BD}" dt="2026-10-22T13:11:07.071" v="171" actId="1076"/>
          <ac:grpSpMkLst>
            <pc:docMk/>
            <pc:sldMk cId="0" sldId="260"/>
            <ac:grpSpMk id="49" creationId="{9BF128F6-A54D-739F-17F8-9EAA4D2E9AA6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19:05.127" v="269" actId="14100"/>
        <pc:sldMkLst>
          <pc:docMk/>
          <pc:sldMk cId="0" sldId="261"/>
        </pc:sldMkLst>
        <pc:spChg chg="del">
          <ac:chgData name="Walkey, Helen C" userId="80814b1d-42a1-48c1-84aa-efb7524552c1" providerId="ADAL" clId="{37198984-9AA1-40DD-9F5C-EEAF621817BD}" dt="2026-10-22T13:18:06.967" v="263" actId="478"/>
          <ac:spMkLst>
            <pc:docMk/>
            <pc:sldMk cId="0" sldId="261"/>
            <ac:spMk id="33" creationId="{00000000-0000-0000-0000-000000000000}"/>
          </ac:spMkLst>
        </pc:spChg>
        <pc:spChg chg="mod ord">
          <ac:chgData name="Walkey, Helen C" userId="80814b1d-42a1-48c1-84aa-efb7524552c1" providerId="ADAL" clId="{37198984-9AA1-40DD-9F5C-EEAF621817BD}" dt="2026-10-22T13:18:03.685" v="262" actId="167"/>
          <ac:spMkLst>
            <pc:docMk/>
            <pc:sldMk cId="0" sldId="261"/>
            <ac:spMk id="36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19:00.962" v="268" actId="478"/>
          <ac:spMkLst>
            <pc:docMk/>
            <pc:sldMk cId="0" sldId="261"/>
            <ac:spMk id="39" creationId="{00000000-0000-0000-0000-000000000000}"/>
          </ac:spMkLst>
        </pc:spChg>
        <pc:spChg chg="del mod">
          <ac:chgData name="Walkey, Helen C" userId="80814b1d-42a1-48c1-84aa-efb7524552c1" providerId="ADAL" clId="{37198984-9AA1-40DD-9F5C-EEAF621817BD}" dt="2026-10-22T13:18:59.274" v="267" actId="478"/>
          <ac:spMkLst>
            <pc:docMk/>
            <pc:sldMk cId="0" sldId="261"/>
            <ac:spMk id="40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9:05.127" v="269" actId="14100"/>
          <ac:spMkLst>
            <pc:docMk/>
            <pc:sldMk cId="0" sldId="261"/>
            <ac:spMk id="41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4" creationId="{84D3E0A9-14F3-ADF7-22E8-23C3A2C6A92A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5" creationId="{336C8871-1056-7FC0-B106-60689A10C023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7" creationId="{E230F825-1EC4-96FD-FF8B-0756FF0A60C5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8" creationId="{72C81B1A-D542-7B91-B308-90B7758CBC2D}"/>
          </ac:spMkLst>
        </pc:spChg>
        <pc:spChg chg="mod">
          <ac:chgData name="Walkey, Helen C" userId="80814b1d-42a1-48c1-84aa-efb7524552c1" providerId="ADAL" clId="{37198984-9AA1-40DD-9F5C-EEAF621817BD}" dt="2026-10-22T13:18:10.709" v="264"/>
          <ac:spMkLst>
            <pc:docMk/>
            <pc:sldMk cId="0" sldId="261"/>
            <ac:spMk id="50" creationId="{25C54DDC-C24A-A573-8E74-2ED7FC842019}"/>
          </ac:spMkLst>
        </pc:spChg>
        <pc:spChg chg="mod">
          <ac:chgData name="Walkey, Helen C" userId="80814b1d-42a1-48c1-84aa-efb7524552c1" providerId="ADAL" clId="{37198984-9AA1-40DD-9F5C-EEAF621817BD}" dt="2026-10-22T13:18:10.709" v="264"/>
          <ac:spMkLst>
            <pc:docMk/>
            <pc:sldMk cId="0" sldId="261"/>
            <ac:spMk id="51" creationId="{9F9034CA-5864-C047-BFFB-7AFC12B83FBA}"/>
          </ac:spMkLst>
        </pc:spChg>
        <pc:grpChg chg="add mod ord">
          <ac:chgData name="Walkey, Helen C" userId="80814b1d-42a1-48c1-84aa-efb7524552c1" providerId="ADAL" clId="{37198984-9AA1-40DD-9F5C-EEAF621817BD}" dt="2026-10-22T13:18:03.685" v="262" actId="167"/>
          <ac:grpSpMkLst>
            <pc:docMk/>
            <pc:sldMk cId="0" sldId="261"/>
            <ac:grpSpMk id="43" creationId="{9E0EDDA3-1BFC-1F61-528F-33CFCC10107B}"/>
          </ac:grpSpMkLst>
        </pc:grpChg>
        <pc:grpChg chg="add mod">
          <ac:chgData name="Walkey, Helen C" userId="80814b1d-42a1-48c1-84aa-efb7524552c1" providerId="ADAL" clId="{37198984-9AA1-40DD-9F5C-EEAF621817BD}" dt="2026-10-22T13:17:34.591" v="259"/>
          <ac:grpSpMkLst>
            <pc:docMk/>
            <pc:sldMk cId="0" sldId="261"/>
            <ac:grpSpMk id="46" creationId="{92A7DEDB-F5C1-6E09-2581-9FB0429CE8A5}"/>
          </ac:grpSpMkLst>
        </pc:grpChg>
        <pc:grpChg chg="add mod">
          <ac:chgData name="Walkey, Helen C" userId="80814b1d-42a1-48c1-84aa-efb7524552c1" providerId="ADAL" clId="{37198984-9AA1-40DD-9F5C-EEAF621817BD}" dt="2026-10-22T13:18:17.052" v="265" actId="1076"/>
          <ac:grpSpMkLst>
            <pc:docMk/>
            <pc:sldMk cId="0" sldId="261"/>
            <ac:grpSpMk id="49" creationId="{99A32631-E4C1-3B2D-1E9E-3CC55D7578FF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16:54.531" v="258" actId="478"/>
        <pc:sldMkLst>
          <pc:docMk/>
          <pc:sldMk cId="0" sldId="262"/>
        </pc:sldMkLst>
        <pc:spChg chg="add del mod">
          <ac:chgData name="Walkey, Helen C" userId="80814b1d-42a1-48c1-84aa-efb7524552c1" providerId="ADAL" clId="{37198984-9AA1-40DD-9F5C-EEAF621817BD}" dt="2026-10-22T13:16:54.531" v="258" actId="478"/>
          <ac:spMkLst>
            <pc:docMk/>
            <pc:sldMk cId="0" sldId="262"/>
            <ac:spMk id="39" creationId="{127FA6E6-B73E-AF1F-B903-A1956F637C69}"/>
          </ac:spMkLst>
        </pc:spChg>
        <pc:spChg chg="add mod">
          <ac:chgData name="Walkey, Helen C" userId="80814b1d-42a1-48c1-84aa-efb7524552c1" providerId="ADAL" clId="{37198984-9AA1-40DD-9F5C-EEAF621817BD}" dt="2026-10-22T13:16:45.611" v="257" actId="20577"/>
          <ac:spMkLst>
            <pc:docMk/>
            <pc:sldMk cId="0" sldId="262"/>
            <ac:spMk id="43" creationId="{94371EAE-CE7F-17BF-0C09-00F5D2252ED9}"/>
          </ac:spMkLst>
        </pc:spChg>
      </pc:sldChg>
      <pc:sldChg chg="modSp mod">
        <pc:chgData name="Walkey, Helen C" userId="80814b1d-42a1-48c1-84aa-efb7524552c1" providerId="ADAL" clId="{37198984-9AA1-40DD-9F5C-EEAF621817BD}" dt="2026-10-22T13:42:04.222" v="386" actId="20577"/>
        <pc:sldMkLst>
          <pc:docMk/>
          <pc:sldMk cId="0" sldId="263"/>
        </pc:sldMkLst>
        <pc:spChg chg="mod">
          <ac:chgData name="Walkey, Helen C" userId="80814b1d-42a1-48c1-84aa-efb7524552c1" providerId="ADAL" clId="{37198984-9AA1-40DD-9F5C-EEAF621817BD}" dt="2026-10-22T13:42:04.222" v="386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2:00.004" v="382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Walkey, Helen C" userId="80814b1d-42a1-48c1-84aa-efb7524552c1" providerId="ADAL" clId="{37198984-9AA1-40DD-9F5C-EEAF621817BD}" dt="2026-10-22T13:42:45.589" v="396" actId="20577"/>
        <pc:sldMkLst>
          <pc:docMk/>
          <pc:sldMk cId="0" sldId="264"/>
        </pc:sldMkLst>
        <pc:spChg chg="mod">
          <ac:chgData name="Walkey, Helen C" userId="80814b1d-42a1-48c1-84aa-efb7524552c1" providerId="ADAL" clId="{37198984-9AA1-40DD-9F5C-EEAF621817BD}" dt="2026-10-22T13:42:45.589" v="396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2:37.913" v="392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Walkey, Helen C" userId="80814b1d-42a1-48c1-84aa-efb7524552c1" providerId="ADAL" clId="{37198984-9AA1-40DD-9F5C-EEAF621817BD}" dt="2026-10-22T13:43:31.624" v="404" actId="20577"/>
        <pc:sldMkLst>
          <pc:docMk/>
          <pc:sldMk cId="0" sldId="265"/>
        </pc:sldMkLst>
        <pc:spChg chg="mod">
          <ac:chgData name="Walkey, Helen C" userId="80814b1d-42a1-48c1-84aa-efb7524552c1" providerId="ADAL" clId="{37198984-9AA1-40DD-9F5C-EEAF621817BD}" dt="2026-10-22T13:42:50.632" v="400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3:31.624" v="404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  <pc:docChgLst>
    <pc:chgData name="Whitaker, Charlotte J" userId="12271fd6-7136-49fb-a67d-d53ef9d2df56" providerId="ADAL" clId="{6A18FCA8-CFD9-49CB-AD4A-8D69BC05966E}"/>
    <pc:docChg chg="modSld">
      <pc:chgData name="Whitaker, Charlotte J" userId="12271fd6-7136-49fb-a67d-d53ef9d2df56" providerId="ADAL" clId="{6A18FCA8-CFD9-49CB-AD4A-8D69BC05966E}" dt="2026-10-22T12:25:30.969" v="0" actId="14100"/>
      <pc:docMkLst>
        <pc:docMk/>
      </pc:docMkLst>
      <pc:sldChg chg="modSp mod">
        <pc:chgData name="Whitaker, Charlotte J" userId="12271fd6-7136-49fb-a67d-d53ef9d2df56" providerId="ADAL" clId="{6A18FCA8-CFD9-49CB-AD4A-8D69BC05966E}" dt="2026-10-22T12:25:30.969" v="0" actId="14100"/>
        <pc:sldMkLst>
          <pc:docMk/>
          <pc:sldMk cId="0" sldId="256"/>
        </pc:sldMkLst>
        <pc:spChg chg="mod">
          <ac:chgData name="Whitaker, Charlotte J" userId="12271fd6-7136-49fb-a67d-d53ef9d2df56" providerId="ADAL" clId="{6A18FCA8-CFD9-49CB-AD4A-8D69BC05966E}" dt="2026-10-22T12:25:30.969" v="0" actId="14100"/>
          <ac:spMkLst>
            <pc:docMk/>
            <pc:sldMk cId="0" sldId="256"/>
            <ac:spMk id="45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289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256877" y="170689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CoLab</a:t>
            </a:r>
            <a:endParaRPr lang="en-US" sz="1600">
              <a:solidFill>
                <a:srgbClr val="00D8D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875520" y="182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10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MONSTER HACK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384048" y="6473952"/>
            <a:ext cx="11411712" cy="0"/>
          </a:xfrm>
          <a:prstGeom prst="line">
            <a:avLst/>
          </a:prstGeom>
          <a:noFill/>
          <a:ln w="12700">
            <a:solidFill>
              <a:srgbClr val="203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39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submission template • Maximum 15 slides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732636-F015-6F91-9880-284556AD4F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240" y="205397"/>
            <a:ext cx="1647952" cy="3573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879999-4703-E734-5EB5-D1C1C4554D81}"/>
              </a:ext>
            </a:extLst>
          </p:cNvPr>
          <p:cNvCxnSpPr/>
          <p:nvPr userDrawn="1"/>
        </p:nvCxnSpPr>
        <p:spPr>
          <a:xfrm>
            <a:off x="2150534" y="182880"/>
            <a:ext cx="0" cy="359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4"/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E0EDDA3-1BFC-1F61-528F-33CFCC10107B}"/>
              </a:ext>
            </a:extLst>
          </p:cNvPr>
          <p:cNvGrpSpPr/>
          <p:nvPr/>
        </p:nvGrpSpPr>
        <p:grpSpPr>
          <a:xfrm>
            <a:off x="8828532" y="2596896"/>
            <a:ext cx="228600" cy="228600"/>
            <a:chOff x="8842248" y="3941064"/>
            <a:chExt cx="228600" cy="228600"/>
          </a:xfrm>
        </p:grpSpPr>
        <p:sp>
          <p:nvSpPr>
            <p:cNvPr id="44" name="Shape 37">
              <a:extLst>
                <a:ext uri="{FF2B5EF4-FFF2-40B4-BE49-F238E27FC236}">
                  <a16:creationId xmlns:a16="http://schemas.microsoft.com/office/drawing/2014/main" id="{84D3E0A9-14F3-ADF7-22E8-23C3A2C6A92A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ext 38">
              <a:extLst>
                <a:ext uri="{FF2B5EF4-FFF2-40B4-BE49-F238E27FC236}">
                  <a16:creationId xmlns:a16="http://schemas.microsoft.com/office/drawing/2014/main" id="{336C8871-1056-7FC0-B106-60689A10C023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55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TEAM K — SECTION 3 — PREDICT (PART 1)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>
                <a:solidFill>
                  <a:srgbClr val="F5F7F7"/>
                </a:solidFill>
                <a:latin typeface="Arial Black"/>
              </a:rPr>
              <a:t>PREDICT — What does “starting to transform” mean?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There is no single prescribed answer. Define the early-warning signs your team will look for before the full monster behaviour appears.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822192" cy="352958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3529584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Monster(s) we chose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74720" cy="240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All 5 behavioural monsters, each flagged by its own early-warning rule:</a:t>
            </a:r>
            <a:endParaRPr lang="en-US" sz="1050"/>
          </a:p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Ghost: busy start, then fades away</a:t>
            </a:r>
            <a:endParaRPr lang="en-US" sz="1050"/>
          </a:p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Zombie: one very long, unbroken viewing session</a:t>
            </a:r>
            <a:endParaRPr lang="en-US" sz="1050"/>
          </a:p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Vampire: more nights online than days</a:t>
            </a:r>
            <a:endParaRPr lang="en-US" sz="1050"/>
          </a:p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Werewolf: activity comes in short, repeating bursts</a:t>
            </a:r>
            <a:endParaRPr lang="en-US" sz="1050"/>
          </a:p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Web Crawler: hundreds of items in half a day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51755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GHOST · ZOMBIE · VAMPIRE · WEREWOLF · WEB CRAWLER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2628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26280" y="2084832"/>
            <a:ext cx="54864" cy="157276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0916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Our definition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4709160" y="2542032"/>
            <a:ext cx="3447288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The monster's pattern already shows in a student's activity up to 14 Nov 2023, six weeks into the Autumn term. We use no data after that date.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470916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ONLY ACTIVITY UP TO 14 NOV 2023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526280" y="3840480"/>
            <a:ext cx="3794760" cy="1773936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26280" y="3840480"/>
            <a:ext cx="54864" cy="1773936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0916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Early-warning signals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709160" y="4261104"/>
            <a:ext cx="3447288" cy="88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950">
                <a:solidFill>
                  <a:srgbClr val="A7B4B8"/>
                </a:solidFill>
                <a:latin typeface="Aptos"/>
              </a:rPr>
              <a:t>Ghost: active 3 of the first 4 weeks (200+ actions), then under 20% of that weekly rate.</a:t>
            </a:r>
            <a:endParaRPr lang="en-US" sz="1050"/>
          </a:p>
          <a:p>
            <a:pPr marL="0" indent="0">
              <a:buNone/>
            </a:pPr>
            <a:r>
              <a:rPr sz="950">
                <a:solidFill>
                  <a:srgbClr val="A7B4B8"/>
                </a:solidFill>
                <a:latin typeface="Aptos"/>
              </a:rPr>
              <a:t>Werewolf: 2+ video bursts, each 3–9 days at 2–4 views a day.</a:t>
            </a:r>
            <a:endParaRPr lang="en-US" sz="1050"/>
          </a:p>
          <a:p>
            <a:pPr marL="0" indent="0">
              <a:buNone/>
            </a:pPr>
            <a:r>
              <a:rPr sz="950">
                <a:solidFill>
                  <a:srgbClr val="A7B4B8"/>
                </a:solidFill>
                <a:latin typeface="Aptos"/>
              </a:rPr>
              <a:t>Zombie, Vampire, Web Crawler: the full detector rule already fires early.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709160" y="5175504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CHOSEN BY BACKTEST, NOT GUESSWORK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PREDICT — PART 1</a:t>
            </a:r>
            <a:endParaRPr lang="en-US" sz="1330"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Use the next slide for your predictions and evidence</a:t>
            </a:r>
            <a:endParaRPr lang="en-US" sz="1120"/>
          </a:p>
        </p:txBody>
      </p:sp>
      <p:sp>
        <p:nvSpPr>
          <p:cNvPr id="37" name="Text 35"/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Large screenshots are welcome</a:t>
            </a:r>
            <a:endParaRPr lang="en-US" sz="1120"/>
          </a:p>
        </p:txBody>
      </p:sp>
      <p:sp>
        <p:nvSpPr>
          <p:cNvPr id="41" name="Text 39"/>
          <p:cNvSpPr/>
          <p:nvPr/>
        </p:nvSpPr>
        <p:spPr>
          <a:xfrm>
            <a:off x="8805672" y="3913632"/>
            <a:ext cx="2679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A7B4B8"/>
                </a:solidFill>
                <a:latin typeface="Aptos"/>
              </a:rPr>
              <a:t>Your final PID + predicted monster</a:t>
            </a:r>
            <a:r>
              <a:rPr lang="en-GB" sz="900">
                <a:solidFill>
                  <a:srgbClr val="A7B4B8"/>
                </a:solidFill>
                <a:latin typeface="Aptos"/>
              </a:rPr>
              <a:t> type</a:t>
            </a:r>
            <a:r>
              <a:rPr sz="900">
                <a:solidFill>
                  <a:srgbClr val="A7B4B8"/>
                </a:solidFill>
                <a:latin typeface="Aptos"/>
              </a:rPr>
              <a:t> list goes in the PREDICT Excel submission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9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2A7DEDB-F5C1-6E09-2581-9FB0429CE8A5}"/>
              </a:ext>
            </a:extLst>
          </p:cNvPr>
          <p:cNvGrpSpPr/>
          <p:nvPr/>
        </p:nvGrpSpPr>
        <p:grpSpPr>
          <a:xfrm>
            <a:off x="8837676" y="3257146"/>
            <a:ext cx="228600" cy="228600"/>
            <a:chOff x="8842248" y="3941064"/>
            <a:chExt cx="228600" cy="228600"/>
          </a:xfrm>
        </p:grpSpPr>
        <p:sp>
          <p:nvSpPr>
            <p:cNvPr id="47" name="Shape 37">
              <a:extLst>
                <a:ext uri="{FF2B5EF4-FFF2-40B4-BE49-F238E27FC236}">
                  <a16:creationId xmlns:a16="http://schemas.microsoft.com/office/drawing/2014/main" id="{E230F825-1EC4-96FD-FF8B-0756FF0A60C5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ext 38">
              <a:extLst>
                <a:ext uri="{FF2B5EF4-FFF2-40B4-BE49-F238E27FC236}">
                  <a16:creationId xmlns:a16="http://schemas.microsoft.com/office/drawing/2014/main" id="{72C81B1A-D542-7B91-B308-90B7758CBC2D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9A32631-E4C1-3B2D-1E9E-3CC55D7578FF}"/>
              </a:ext>
            </a:extLst>
          </p:cNvPr>
          <p:cNvGrpSpPr/>
          <p:nvPr/>
        </p:nvGrpSpPr>
        <p:grpSpPr>
          <a:xfrm>
            <a:off x="8845386" y="2548486"/>
            <a:ext cx="228600" cy="228600"/>
            <a:chOff x="8842248" y="3941064"/>
            <a:chExt cx="228600" cy="228600"/>
          </a:xfrm>
        </p:grpSpPr>
        <p:sp>
          <p:nvSpPr>
            <p:cNvPr id="50" name="Shape 37">
              <a:extLst>
                <a:ext uri="{FF2B5EF4-FFF2-40B4-BE49-F238E27FC236}">
                  <a16:creationId xmlns:a16="http://schemas.microsoft.com/office/drawing/2014/main" id="{25C54DDC-C24A-A573-8E74-2ED7FC842019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8">
              <a:extLst>
                <a:ext uri="{FF2B5EF4-FFF2-40B4-BE49-F238E27FC236}">
                  <a16:creationId xmlns:a16="http://schemas.microsoft.com/office/drawing/2014/main" id="{9F9034CA-5864-C047-BFFB-7AFC12B83FBA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55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TEAM K — SECTION 3 — PREDICT (PART 2)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300" b="1">
                <a:solidFill>
                  <a:srgbClr val="F5F7F7"/>
                </a:solidFill>
                <a:latin typeface="Arial Black"/>
              </a:rPr>
              <a:t>PREDICT — Who is starting to transform, and why?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Show us what your model found and justify the prediction. Use the space for clear visual evidence.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67328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Who did we identify?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19856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16 of the 1,433 students active by 14 Nov: 8 Werewolf, 7 Vampire, 1 Ghost. No early Zombie or Web Crawler yet.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16 STUDENTS · 3 OF 5 TYPES · FULL LIST IN EXCEL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67328" cy="17556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5564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Why these students?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61104"/>
            <a:ext cx="3419856" cy="86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00">
                <a:solidFill>
                  <a:srgbClr val="A7B4B8"/>
                </a:solidFill>
                <a:latin typeface="Aptos"/>
              </a:rPr>
              <a:t>Vampires: already 21+ night dates, more than their day dates.</a:t>
            </a:r>
            <a:endParaRPr lang="en-US" sz="1050"/>
          </a:p>
          <a:p>
            <a:pPr marL="0" indent="0">
              <a:buNone/>
            </a:pPr>
            <a:r>
              <a:rPr sz="1000">
                <a:solidFill>
                  <a:srgbClr val="A7B4B8"/>
                </a:solidFill>
                <a:latin typeface="Aptos"/>
              </a:rPr>
              <a:t>Werewolves: their viewing so far is only short, regular bursts.</a:t>
            </a:r>
            <a:endParaRPr lang="en-US" sz="1050"/>
          </a:p>
          <a:p>
            <a:pPr marL="0" indent="0">
              <a:buNone/>
            </a:pPr>
            <a:r>
              <a:rPr sz="1000">
                <a:solidFill>
                  <a:srgbClr val="A7B4B8"/>
                </a:solidFill>
                <a:latin typeface="Aptos"/>
              </a:rPr>
              <a:t>Ghost: a busy October, then near silence.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40080" y="5157216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EACH RULE WAS SCORED BEFORE WE RAN IT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462272" y="2084832"/>
            <a:ext cx="3858768" cy="3511296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62272" y="2084832"/>
            <a:ext cx="54864" cy="3511296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45152" y="221284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Evidence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45152" y="2542032"/>
            <a:ext cx="3511296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Backtest: the same rules on training data cut at 14 Nov 2023, scored against the HUNT answers. Lift = precision ÷ the monster's share of students.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645152" y="5157216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EVERY RULE 46–240× BETTER THAN CHANCE</a:t>
            </a:r>
            <a:endParaRPr lang="en-US" sz="980"/>
          </a:p>
        </p:txBody>
      </p:sp>
      <p:sp>
        <p:nvSpPr>
          <p:cNvPr id="35" name="Shape 33"/>
          <p:cNvSpPr/>
          <p:nvPr/>
        </p:nvSpPr>
        <p:spPr>
          <a:xfrm>
            <a:off x="8641080" y="2084832"/>
            <a:ext cx="3063240" cy="3511296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869680" y="23042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PREDICT RAFFLE CHECK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9217152" y="260604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F5F7F7"/>
                </a:solidFill>
                <a:latin typeface="Aptos"/>
              </a:rPr>
              <a:t>PREDICT slide(s) completed</a:t>
            </a:r>
            <a:endParaRPr lang="en-US" sz="1080"/>
          </a:p>
        </p:txBody>
      </p:sp>
      <p:sp>
        <p:nvSpPr>
          <p:cNvPr id="40" name="Text 38"/>
          <p:cNvSpPr/>
          <p:nvPr/>
        </p:nvSpPr>
        <p:spPr>
          <a:xfrm>
            <a:off x="9217152" y="326898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PREDICT Excel predictions submitted</a:t>
            </a:r>
            <a:endParaRPr lang="en-US" sz="1080"/>
          </a:p>
        </p:txBody>
      </p:sp>
      <p:sp>
        <p:nvSpPr>
          <p:cNvPr id="42" name="Text 40"/>
          <p:cNvSpPr/>
          <p:nvPr/>
        </p:nvSpPr>
        <p:spPr>
          <a:xfrm>
            <a:off x="9217152" y="396849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PREDICT working code submitted</a:t>
            </a:r>
            <a:endParaRPr lang="en-US" sz="1080"/>
          </a:p>
        </p:txBody>
      </p:sp>
      <p:sp>
        <p:nvSpPr>
          <p:cNvPr id="44" name="Text 42"/>
          <p:cNvSpPr/>
          <p:nvPr/>
        </p:nvSpPr>
        <p:spPr>
          <a:xfrm>
            <a:off x="9217152" y="409651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6" name="Text 44"/>
          <p:cNvSpPr/>
          <p:nvPr/>
        </p:nvSpPr>
        <p:spPr>
          <a:xfrm>
            <a:off x="9217152" y="4535424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8" name="Text 46"/>
          <p:cNvSpPr/>
          <p:nvPr/>
        </p:nvSpPr>
        <p:spPr>
          <a:xfrm>
            <a:off x="9217152" y="497433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9" name="Text 47"/>
          <p:cNvSpPr/>
          <p:nvPr/>
        </p:nvSpPr>
        <p:spPr>
          <a:xfrm>
            <a:off x="8887968" y="546811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A7B4B8"/>
                </a:solidFill>
                <a:latin typeface="Aptos"/>
              </a:rPr>
              <a:t>All three completed = 3 raffle entries</a:t>
            </a:r>
            <a:endParaRPr lang="en-US" sz="102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10</a:t>
            </a:r>
          </a:p>
        </p:txBody>
      </p:sp>
      <p:sp>
        <p:nvSpPr>
          <p:cNvPr id="54" name="Shape 31">
            <a:extLst>
              <a:ext uri="{FF2B5EF4-FFF2-40B4-BE49-F238E27FC236}">
                <a16:creationId xmlns:a16="http://schemas.microsoft.com/office/drawing/2014/main" id="{8F510D31-373D-B547-945C-310AB1A6477B}"/>
              </a:ext>
            </a:extLst>
          </p:cNvPr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32">
            <a:extLst>
              <a:ext uri="{FF2B5EF4-FFF2-40B4-BE49-F238E27FC236}">
                <a16:creationId xmlns:a16="http://schemas.microsoft.com/office/drawing/2014/main" id="{5C73FFB8-DCC0-3BB1-0C3D-BDC4F88F82C3}"/>
              </a:ext>
            </a:extLst>
          </p:cNvPr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58" name="Shape 34">
            <a:extLst>
              <a:ext uri="{FF2B5EF4-FFF2-40B4-BE49-F238E27FC236}">
                <a16:creationId xmlns:a16="http://schemas.microsoft.com/office/drawing/2014/main" id="{9C2DE458-ED70-4FCF-047E-69950B1D7BDD}"/>
              </a:ext>
            </a:extLst>
          </p:cNvPr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5BA16ABD-A4B4-C615-2B76-C011CF2FB9E9}"/>
              </a:ext>
            </a:extLst>
          </p:cNvPr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62" name="Shape 37">
            <a:extLst>
              <a:ext uri="{FF2B5EF4-FFF2-40B4-BE49-F238E27FC236}">
                <a16:creationId xmlns:a16="http://schemas.microsoft.com/office/drawing/2014/main" id="{D993812E-4291-9A2D-F566-0546674FC5C1}"/>
              </a:ext>
            </a:extLst>
          </p:cNvPr>
          <p:cNvSpPr/>
          <p:nvPr/>
        </p:nvSpPr>
        <p:spPr>
          <a:xfrm>
            <a:off x="8842248" y="3941064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38">
            <a:extLst>
              <a:ext uri="{FF2B5EF4-FFF2-40B4-BE49-F238E27FC236}">
                <a16:creationId xmlns:a16="http://schemas.microsoft.com/office/drawing/2014/main" id="{DA589CA6-41CE-B556-5AB1-000B4D353554}"/>
              </a:ext>
            </a:extLst>
          </p:cNvPr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94371EAE-CE7F-17BF-0C09-00F5D2252ED9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PREDICT Excel template for the full PID + monster type list.</a:t>
            </a:r>
            <a:endParaRPr lang="en-US" sz="990"/>
          </a:p>
        </p:txBody>
      </p:sp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4645152" y="3200400"/>
          <a:ext cx="3511296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81296"/>
                <a:gridCol w="560000"/>
                <a:gridCol w="460000"/>
                <a:gridCol w="640000"/>
                <a:gridCol w="500000"/>
                <a:gridCol w="470000"/>
              </a:tblGrid>
              <a:tr h="3048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D8D8"/>
                          </a:solidFill>
                          <a:latin typeface="Arial"/>
                        </a:rPr>
                        <a:t>Monster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0B24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D8D8"/>
                          </a:solidFill>
                          <a:latin typeface="Arial"/>
                        </a:rPr>
                        <a:t>Flagged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0B24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D8D8"/>
                          </a:solidFill>
                          <a:latin typeface="Arial"/>
                        </a:rPr>
                        <a:t>Right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0B24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D8D8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0B24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D8D8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0B24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D8D8"/>
                          </a:solidFill>
                          <a:latin typeface="Arial"/>
                        </a:rPr>
                        <a:t>Lift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0B242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5F7F7"/>
                          </a:solidFill>
                          <a:latin typeface="Aptos"/>
                        </a:rPr>
                        <a:t>Ghost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21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5F7F7"/>
                          </a:solidFill>
                          <a:latin typeface="Aptos"/>
                        </a:rPr>
                        <a:t>24%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9%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46×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5F7F7"/>
                          </a:solidFill>
                          <a:latin typeface="Aptos"/>
                        </a:rPr>
                        <a:t>Zombie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5F7F7"/>
                          </a:solidFill>
                          <a:latin typeface="Aptos"/>
                        </a:rPr>
                        <a:t>75%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5%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143×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5F7F7"/>
                          </a:solidFill>
                          <a:latin typeface="Aptos"/>
                        </a:rPr>
                        <a:t>Vampire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68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67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5F7F7"/>
                          </a:solidFill>
                          <a:latin typeface="Aptos"/>
                        </a:rPr>
                        <a:t>99%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68%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112×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5F7F7"/>
                          </a:solidFill>
                          <a:latin typeface="Aptos"/>
                        </a:rPr>
                        <a:t>Werewolf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57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5F7F7"/>
                          </a:solidFill>
                          <a:latin typeface="Aptos"/>
                        </a:rPr>
                        <a:t>9%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83%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165×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5F7F7"/>
                          </a:solidFill>
                          <a:latin typeface="Aptos"/>
                        </a:rPr>
                        <a:t>Web Crawler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5F7F7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4%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A7B4B8"/>
                          </a:solidFill>
                          <a:latin typeface="Aptos"/>
                        </a:rPr>
                        <a:t>240×</a:t>
                      </a:r>
                    </a:p>
                  </a:txBody>
                  <a:tcPr marL="45720" marR="45720">
                    <a:lnL w="9525">
                      <a:solidFill>
                        <a:srgbClr val="294047"/>
                      </a:solidFill>
                    </a:lnL>
                    <a:lnR w="9525">
                      <a:solidFill>
                        <a:srgbClr val="294047"/>
                      </a:solidFill>
                    </a:lnR>
                    <a:lnT w="9525">
                      <a:solidFill>
                        <a:srgbClr val="294047"/>
                      </a:solidFill>
                    </a:lnT>
                    <a:lnB w="9525">
                      <a:solidFill>
                        <a:srgbClr val="294047"/>
                      </a:solidFill>
                    </a:lnB>
                    <a:solidFill>
                      <a:srgbClr val="11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mperial College Word font theme">
      <a:majorFont>
        <a:latin typeface="Imperial Sans Text Medium"/>
        <a:ea typeface=""/>
        <a:cs typeface=""/>
      </a:majorFont>
      <a:minorFont>
        <a:latin typeface="Imperial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B24992E7729B43A4CBB213D1F3530A" ma:contentTypeVersion="0" ma:contentTypeDescription="Create a new document." ma:contentTypeScope="" ma:versionID="1e735c939cfcce194ba4f11ed426982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C138B0-E5A0-4159-937C-37C6A5C9338E}"/>
</file>

<file path=customXml/itemProps2.xml><?xml version="1.0" encoding="utf-8"?>
<ds:datastoreItem xmlns:ds="http://schemas.openxmlformats.org/officeDocument/2006/customXml" ds:itemID="{9E5212D4-9A44-4995-BE0F-97FB3E189DE7}">
  <ds:schemaRefs>
    <ds:schemaRef ds:uri="0dca51e2-d527-41d9-a8ae-702a4a244078"/>
    <ds:schemaRef ds:uri="5c9a932a-8c74-47bf-9b36-258edbce5cac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39FB992-E15F-4941-A07E-1FF8A96B49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Imperial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Monster Hack – Team Submission Template</dc:title>
  <dc:subject>Mini Monster Hack student submission template</dc:subject>
  <dc:creator>Data CoLab</dc:creator>
  <cp:revision>1</cp:revision>
  <dcterms:created xsi:type="dcterms:W3CDTF">2026-10-21T14:57:24Z</dcterms:created>
  <dcterms:modified xsi:type="dcterms:W3CDTF">2026-10-22T13:44:17Z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0x0101005FB24992E7729B43A4CBB213D1F3530A</vt:lpwstr>
  </property>
  <property fmtid="{D5CDD505-2E9C-101B-9397-08002B2CF9AE}" pid="3" name="MediaServiceImageTags">
    <vt:lpwstr/>
  </property>
</Properties>
</file>